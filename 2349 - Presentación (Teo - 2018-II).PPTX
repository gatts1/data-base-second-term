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722" r:id="rId2"/>
  </p:sldMasterIdLst>
  <p:notesMasterIdLst>
    <p:notesMasterId r:id="rId9"/>
  </p:notesMasterIdLst>
  <p:handoutMasterIdLst>
    <p:handoutMasterId r:id="rId10"/>
  </p:handoutMasterIdLst>
  <p:sldIdLst>
    <p:sldId id="417" r:id="rId3"/>
    <p:sldId id="332" r:id="rId4"/>
    <p:sldId id="418" r:id="rId5"/>
    <p:sldId id="420" r:id="rId6"/>
    <p:sldId id="419" r:id="rId7"/>
    <p:sldId id="416" r:id="rId8"/>
  </p:sldIdLst>
  <p:sldSz cx="9144000" cy="6858000" type="screen4x3"/>
  <p:notesSz cx="6718300" cy="98552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4">
          <p15:clr>
            <a:srgbClr val="A4A3A4"/>
          </p15:clr>
        </p15:guide>
        <p15:guide id="2" pos="211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D1AE"/>
    <a:srgbClr val="009AA6"/>
    <a:srgbClr val="014165"/>
    <a:srgbClr val="6ABE28"/>
    <a:srgbClr val="5B9BD5"/>
    <a:srgbClr val="0070C0"/>
    <a:srgbClr val="0175B0"/>
    <a:srgbClr val="FF6600"/>
    <a:srgbClr val="139DFF"/>
    <a:srgbClr val="00A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6039" autoAdjust="0"/>
    <p:restoredTop sz="94660"/>
  </p:normalViewPr>
  <p:slideViewPr>
    <p:cSldViewPr snapToGrid="0">
      <p:cViewPr varScale="1">
        <p:scale>
          <a:sx n="91" d="100"/>
          <a:sy n="91" d="100"/>
        </p:scale>
        <p:origin x="366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-2886" y="-120"/>
      </p:cViewPr>
      <p:guideLst>
        <p:guide orient="horz" pos="3104"/>
        <p:guide pos="211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1475" cy="492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05238" y="0"/>
            <a:ext cx="2911475" cy="492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FFBD5-55DF-46D5-8F1F-82647587FDDB}" type="datetimeFigureOut">
              <a:rPr lang="es-PE" smtClean="0"/>
              <a:t>28/06/2018</a:t>
            </a:fld>
            <a:endParaRPr lang="es-P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361488"/>
            <a:ext cx="2911475" cy="492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05238" y="9361488"/>
            <a:ext cx="2911475" cy="492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8DF348-FDE7-4CEB-8E23-A94B024739D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27722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1263" cy="49447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05482" y="0"/>
            <a:ext cx="2911263" cy="49447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0A4AEC-F0E5-4D6C-AEBB-05B52BD7B57B}" type="datetimeFigureOut">
              <a:rPr lang="es-PE" smtClean="0"/>
              <a:t>28/06/2018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1231900"/>
            <a:ext cx="4432300" cy="3325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1830" y="4742815"/>
            <a:ext cx="5374640" cy="38804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360730"/>
            <a:ext cx="2911263" cy="4944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05482" y="9360730"/>
            <a:ext cx="2911263" cy="4944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CDC9FA-D51B-4809-A5CE-6BAD71C6ED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68778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stático 1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2563" y="263769"/>
            <a:ext cx="5826680" cy="3246194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 smtClean="0"/>
              <a:t>TITULO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3771" y="5938345"/>
            <a:ext cx="5835474" cy="830317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 smtClean="0"/>
              <a:t>Referencia</a:t>
            </a:r>
          </a:p>
          <a:p>
            <a:r>
              <a:rPr lang="es-ES" dirty="0" smtClean="0"/>
              <a:t>2016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68805" y="613807"/>
            <a:ext cx="1952625" cy="12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n 2"/>
          <p:cNvPicPr>
            <a:picLocks noChangeAspect="1"/>
          </p:cNvPicPr>
          <p:nvPr userDrawn="1"/>
        </p:nvPicPr>
        <p:blipFill rotWithShape="1">
          <a:blip r:embed="rId3"/>
          <a:srcRect l="68698" t="80903" r="21441" b="3352"/>
          <a:stretch/>
        </p:blipFill>
        <p:spPr>
          <a:xfrm>
            <a:off x="6810703" y="5710825"/>
            <a:ext cx="830318" cy="961096"/>
          </a:xfrm>
          <a:prstGeom prst="rect">
            <a:avLst/>
          </a:prstGeom>
        </p:spPr>
      </p:pic>
      <p:pic>
        <p:nvPicPr>
          <p:cNvPr id="11" name="Imagen 2"/>
          <p:cNvPicPr>
            <a:picLocks noChangeAspect="1"/>
          </p:cNvPicPr>
          <p:nvPr userDrawn="1"/>
        </p:nvPicPr>
        <p:blipFill rotWithShape="1">
          <a:blip r:embed="rId3"/>
          <a:srcRect l="80556" t="80903" r="10707" b="3352"/>
          <a:stretch/>
        </p:blipFill>
        <p:spPr>
          <a:xfrm>
            <a:off x="7767144" y="5693841"/>
            <a:ext cx="735723" cy="961096"/>
          </a:xfrm>
          <a:prstGeom prst="rect">
            <a:avLst/>
          </a:prstGeom>
        </p:spPr>
      </p:pic>
      <p:pic>
        <p:nvPicPr>
          <p:cNvPr id="12" name="Imagen 2"/>
          <p:cNvPicPr>
            <a:picLocks noChangeAspect="1"/>
          </p:cNvPicPr>
          <p:nvPr userDrawn="1"/>
        </p:nvPicPr>
        <p:blipFill rotWithShape="1">
          <a:blip r:embed="rId3"/>
          <a:srcRect l="85173" t="65732" r="4716" b="21182"/>
          <a:stretch/>
        </p:blipFill>
        <p:spPr>
          <a:xfrm>
            <a:off x="8144146" y="4761186"/>
            <a:ext cx="851338" cy="798786"/>
          </a:xfrm>
          <a:prstGeom prst="rect">
            <a:avLst/>
          </a:prstGeom>
        </p:spPr>
      </p:pic>
      <p:pic>
        <p:nvPicPr>
          <p:cNvPr id="13" name="Imagen 2"/>
          <p:cNvPicPr>
            <a:picLocks noChangeAspect="1"/>
          </p:cNvPicPr>
          <p:nvPr userDrawn="1"/>
        </p:nvPicPr>
        <p:blipFill rotWithShape="1">
          <a:blip r:embed="rId3"/>
          <a:srcRect l="74625" t="66995" r="15947" b="19498"/>
          <a:stretch/>
        </p:blipFill>
        <p:spPr>
          <a:xfrm>
            <a:off x="7283668" y="4869381"/>
            <a:ext cx="793837" cy="824460"/>
          </a:xfrm>
          <a:prstGeom prst="rect">
            <a:avLst/>
          </a:prstGeom>
        </p:spPr>
      </p:pic>
      <p:pic>
        <p:nvPicPr>
          <p:cNvPr id="14" name="Imagen 2"/>
          <p:cNvPicPr>
            <a:picLocks noChangeAspect="1"/>
          </p:cNvPicPr>
          <p:nvPr userDrawn="1"/>
        </p:nvPicPr>
        <p:blipFill rotWithShape="1">
          <a:blip r:embed="rId3"/>
          <a:srcRect l="61317" t="63331" r="27315" b="22723"/>
          <a:stretch/>
        </p:blipFill>
        <p:spPr>
          <a:xfrm>
            <a:off x="6184118" y="4608787"/>
            <a:ext cx="957170" cy="851338"/>
          </a:xfrm>
          <a:prstGeom prst="rect">
            <a:avLst/>
          </a:prstGeom>
        </p:spPr>
      </p:pic>
      <p:pic>
        <p:nvPicPr>
          <p:cNvPr id="15" name="Imagen 2"/>
          <p:cNvPicPr>
            <a:picLocks noChangeAspect="1"/>
          </p:cNvPicPr>
          <p:nvPr userDrawn="1"/>
        </p:nvPicPr>
        <p:blipFill rotWithShape="1">
          <a:blip r:embed="rId3"/>
          <a:srcRect l="65253" t="43902" r="24885" b="39410"/>
          <a:stretch/>
        </p:blipFill>
        <p:spPr>
          <a:xfrm>
            <a:off x="6437584" y="3436709"/>
            <a:ext cx="830316" cy="1018731"/>
          </a:xfrm>
          <a:prstGeom prst="rect">
            <a:avLst/>
          </a:prstGeom>
        </p:spPr>
      </p:pic>
      <p:pic>
        <p:nvPicPr>
          <p:cNvPr id="16" name="Imagen 2"/>
          <p:cNvPicPr>
            <a:picLocks noChangeAspect="1"/>
          </p:cNvPicPr>
          <p:nvPr userDrawn="1"/>
        </p:nvPicPr>
        <p:blipFill rotWithShape="1">
          <a:blip r:embed="rId3"/>
          <a:srcRect l="74429" t="51483" r="14586" b="35242"/>
          <a:stretch/>
        </p:blipFill>
        <p:spPr>
          <a:xfrm>
            <a:off x="7278411" y="3880310"/>
            <a:ext cx="924909" cy="810393"/>
          </a:xfrm>
          <a:prstGeom prst="rect">
            <a:avLst/>
          </a:prstGeom>
        </p:spPr>
      </p:pic>
      <p:pic>
        <p:nvPicPr>
          <p:cNvPr id="17" name="Imagen 2"/>
          <p:cNvPicPr>
            <a:picLocks noChangeAspect="1"/>
          </p:cNvPicPr>
          <p:nvPr userDrawn="1"/>
        </p:nvPicPr>
        <p:blipFill rotWithShape="1">
          <a:blip r:embed="rId3"/>
          <a:srcRect l="87467" t="48726" r="3484" b="36019"/>
          <a:stretch/>
        </p:blipFill>
        <p:spPr>
          <a:xfrm>
            <a:off x="8375454" y="3738453"/>
            <a:ext cx="761927" cy="931230"/>
          </a:xfrm>
          <a:prstGeom prst="rect">
            <a:avLst/>
          </a:prstGeom>
        </p:spPr>
      </p:pic>
      <p:pic>
        <p:nvPicPr>
          <p:cNvPr id="18" name="Imagen 2"/>
          <p:cNvPicPr>
            <a:picLocks noChangeAspect="1"/>
          </p:cNvPicPr>
          <p:nvPr userDrawn="1"/>
        </p:nvPicPr>
        <p:blipFill rotWithShape="1">
          <a:blip r:embed="rId3"/>
          <a:srcRect l="89462" t="33349" r="2752" b="54081"/>
          <a:stretch/>
        </p:blipFill>
        <p:spPr>
          <a:xfrm>
            <a:off x="8483790" y="2783075"/>
            <a:ext cx="655527" cy="767255"/>
          </a:xfrm>
          <a:prstGeom prst="rect">
            <a:avLst/>
          </a:prstGeom>
        </p:spPr>
      </p:pic>
      <p:pic>
        <p:nvPicPr>
          <p:cNvPr id="19" name="Imagen 2"/>
          <p:cNvPicPr>
            <a:picLocks noChangeAspect="1"/>
          </p:cNvPicPr>
          <p:nvPr userDrawn="1"/>
        </p:nvPicPr>
        <p:blipFill rotWithShape="1">
          <a:blip r:embed="rId3"/>
          <a:srcRect l="77496" t="35725" r="12994" b="51361"/>
          <a:stretch/>
        </p:blipFill>
        <p:spPr>
          <a:xfrm>
            <a:off x="7543190" y="2929157"/>
            <a:ext cx="800732" cy="788276"/>
          </a:xfrm>
          <a:prstGeom prst="rect">
            <a:avLst/>
          </a:prstGeom>
        </p:spPr>
      </p:pic>
      <p:pic>
        <p:nvPicPr>
          <p:cNvPr id="20" name="Imagen 2"/>
          <p:cNvPicPr>
            <a:picLocks noChangeAspect="1"/>
          </p:cNvPicPr>
          <p:nvPr userDrawn="1"/>
        </p:nvPicPr>
        <p:blipFill rotWithShape="1">
          <a:blip r:embed="rId3"/>
          <a:srcRect l="90353" t="78820" r="2656" b="6080"/>
          <a:stretch/>
        </p:blipFill>
        <p:spPr>
          <a:xfrm>
            <a:off x="8569815" y="5559972"/>
            <a:ext cx="588578" cy="921816"/>
          </a:xfrm>
          <a:prstGeom prst="rect">
            <a:avLst/>
          </a:prstGeom>
        </p:spPr>
      </p:pic>
      <p:sp>
        <p:nvSpPr>
          <p:cNvPr id="23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272325" y="3540935"/>
            <a:ext cx="5823676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625757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animado 2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2759" y="5982631"/>
            <a:ext cx="6399945" cy="853402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 smtClean="0"/>
              <a:t>Referencia</a:t>
            </a:r>
          </a:p>
          <a:p>
            <a:r>
              <a:rPr lang="es-ES" dirty="0" smtClean="0"/>
              <a:t>2016</a:t>
            </a:r>
            <a:endParaRPr lang="en-US" dirty="0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 rotWithShape="1">
          <a:blip r:embed="rId2"/>
          <a:srcRect r="39262"/>
          <a:stretch/>
        </p:blipFill>
        <p:spPr>
          <a:xfrm>
            <a:off x="344140" y="4761186"/>
            <a:ext cx="1951588" cy="409124"/>
          </a:xfrm>
          <a:prstGeom prst="rect">
            <a:avLst/>
          </a:prstGeom>
        </p:spPr>
      </p:pic>
      <p:pic>
        <p:nvPicPr>
          <p:cNvPr id="9" name="Imagen 2"/>
          <p:cNvPicPr>
            <a:picLocks noChangeAspect="1"/>
          </p:cNvPicPr>
          <p:nvPr userDrawn="1"/>
        </p:nvPicPr>
        <p:blipFill rotWithShape="1">
          <a:blip r:embed="rId3"/>
          <a:srcRect l="68698" t="80903" r="21441" b="3352"/>
          <a:stretch/>
        </p:blipFill>
        <p:spPr>
          <a:xfrm>
            <a:off x="6810703" y="5710825"/>
            <a:ext cx="830318" cy="961096"/>
          </a:xfrm>
          <a:prstGeom prst="rect">
            <a:avLst/>
          </a:prstGeom>
        </p:spPr>
      </p:pic>
      <p:pic>
        <p:nvPicPr>
          <p:cNvPr id="10" name="Imagen 2"/>
          <p:cNvPicPr>
            <a:picLocks noChangeAspect="1"/>
          </p:cNvPicPr>
          <p:nvPr userDrawn="1"/>
        </p:nvPicPr>
        <p:blipFill rotWithShape="1">
          <a:blip r:embed="rId3"/>
          <a:srcRect l="80556" t="80903" r="10707" b="3352"/>
          <a:stretch/>
        </p:blipFill>
        <p:spPr>
          <a:xfrm>
            <a:off x="7767144" y="5693841"/>
            <a:ext cx="735723" cy="961096"/>
          </a:xfrm>
          <a:prstGeom prst="rect">
            <a:avLst/>
          </a:prstGeom>
        </p:spPr>
      </p:pic>
      <p:pic>
        <p:nvPicPr>
          <p:cNvPr id="11" name="Imagen 2"/>
          <p:cNvPicPr>
            <a:picLocks noChangeAspect="1"/>
          </p:cNvPicPr>
          <p:nvPr userDrawn="1"/>
        </p:nvPicPr>
        <p:blipFill rotWithShape="1">
          <a:blip r:embed="rId3"/>
          <a:srcRect l="85173" t="65732" r="4716" b="21182"/>
          <a:stretch/>
        </p:blipFill>
        <p:spPr>
          <a:xfrm>
            <a:off x="8144146" y="4761186"/>
            <a:ext cx="851338" cy="798786"/>
          </a:xfrm>
          <a:prstGeom prst="rect">
            <a:avLst/>
          </a:prstGeom>
        </p:spPr>
      </p:pic>
      <p:pic>
        <p:nvPicPr>
          <p:cNvPr id="12" name="Imagen 2"/>
          <p:cNvPicPr>
            <a:picLocks noChangeAspect="1"/>
          </p:cNvPicPr>
          <p:nvPr userDrawn="1"/>
        </p:nvPicPr>
        <p:blipFill rotWithShape="1">
          <a:blip r:embed="rId3"/>
          <a:srcRect l="74625" t="66995" r="15947" b="19498"/>
          <a:stretch/>
        </p:blipFill>
        <p:spPr>
          <a:xfrm>
            <a:off x="7283668" y="4869381"/>
            <a:ext cx="793837" cy="824460"/>
          </a:xfrm>
          <a:prstGeom prst="rect">
            <a:avLst/>
          </a:prstGeom>
        </p:spPr>
      </p:pic>
      <p:pic>
        <p:nvPicPr>
          <p:cNvPr id="13" name="Imagen 2"/>
          <p:cNvPicPr>
            <a:picLocks noChangeAspect="1"/>
          </p:cNvPicPr>
          <p:nvPr userDrawn="1"/>
        </p:nvPicPr>
        <p:blipFill rotWithShape="1">
          <a:blip r:embed="rId3"/>
          <a:srcRect l="61317" t="63331" r="27315" b="22723"/>
          <a:stretch/>
        </p:blipFill>
        <p:spPr>
          <a:xfrm>
            <a:off x="6184118" y="4608787"/>
            <a:ext cx="957170" cy="851338"/>
          </a:xfrm>
          <a:prstGeom prst="rect">
            <a:avLst/>
          </a:prstGeom>
        </p:spPr>
      </p:pic>
      <p:pic>
        <p:nvPicPr>
          <p:cNvPr id="14" name="Imagen 2"/>
          <p:cNvPicPr>
            <a:picLocks noChangeAspect="1"/>
          </p:cNvPicPr>
          <p:nvPr userDrawn="1"/>
        </p:nvPicPr>
        <p:blipFill rotWithShape="1">
          <a:blip r:embed="rId3"/>
          <a:srcRect l="65253" t="43902" r="24885" b="39410"/>
          <a:stretch/>
        </p:blipFill>
        <p:spPr>
          <a:xfrm>
            <a:off x="6437584" y="3436709"/>
            <a:ext cx="830316" cy="1018731"/>
          </a:xfrm>
          <a:prstGeom prst="rect">
            <a:avLst/>
          </a:prstGeom>
        </p:spPr>
      </p:pic>
      <p:pic>
        <p:nvPicPr>
          <p:cNvPr id="15" name="Imagen 2"/>
          <p:cNvPicPr>
            <a:picLocks noChangeAspect="1"/>
          </p:cNvPicPr>
          <p:nvPr userDrawn="1"/>
        </p:nvPicPr>
        <p:blipFill rotWithShape="1">
          <a:blip r:embed="rId3"/>
          <a:srcRect l="74429" t="51483" r="14586" b="35242"/>
          <a:stretch/>
        </p:blipFill>
        <p:spPr>
          <a:xfrm>
            <a:off x="7278411" y="3880310"/>
            <a:ext cx="924909" cy="810393"/>
          </a:xfrm>
          <a:prstGeom prst="rect">
            <a:avLst/>
          </a:prstGeom>
        </p:spPr>
      </p:pic>
      <p:pic>
        <p:nvPicPr>
          <p:cNvPr id="16" name="Imagen 2"/>
          <p:cNvPicPr>
            <a:picLocks noChangeAspect="1"/>
          </p:cNvPicPr>
          <p:nvPr userDrawn="1"/>
        </p:nvPicPr>
        <p:blipFill rotWithShape="1">
          <a:blip r:embed="rId3"/>
          <a:srcRect l="87467" t="48726" r="3484" b="36019"/>
          <a:stretch/>
        </p:blipFill>
        <p:spPr>
          <a:xfrm>
            <a:off x="8375454" y="3738453"/>
            <a:ext cx="761927" cy="931230"/>
          </a:xfrm>
          <a:prstGeom prst="rect">
            <a:avLst/>
          </a:prstGeom>
        </p:spPr>
      </p:pic>
      <p:pic>
        <p:nvPicPr>
          <p:cNvPr id="17" name="Imagen 2"/>
          <p:cNvPicPr>
            <a:picLocks noChangeAspect="1"/>
          </p:cNvPicPr>
          <p:nvPr userDrawn="1"/>
        </p:nvPicPr>
        <p:blipFill rotWithShape="1">
          <a:blip r:embed="rId3"/>
          <a:srcRect l="89462" t="33349" r="2752" b="54081"/>
          <a:stretch/>
        </p:blipFill>
        <p:spPr>
          <a:xfrm>
            <a:off x="8483790" y="2783075"/>
            <a:ext cx="655527" cy="767255"/>
          </a:xfrm>
          <a:prstGeom prst="rect">
            <a:avLst/>
          </a:prstGeom>
        </p:spPr>
      </p:pic>
      <p:pic>
        <p:nvPicPr>
          <p:cNvPr id="18" name="Imagen 2"/>
          <p:cNvPicPr>
            <a:picLocks noChangeAspect="1"/>
          </p:cNvPicPr>
          <p:nvPr userDrawn="1"/>
        </p:nvPicPr>
        <p:blipFill rotWithShape="1">
          <a:blip r:embed="rId3"/>
          <a:srcRect l="77496" t="35725" r="12994" b="51361"/>
          <a:stretch/>
        </p:blipFill>
        <p:spPr>
          <a:xfrm>
            <a:off x="7543190" y="2929157"/>
            <a:ext cx="800732" cy="788276"/>
          </a:xfrm>
          <a:prstGeom prst="rect">
            <a:avLst/>
          </a:prstGeom>
        </p:spPr>
      </p:pic>
      <p:pic>
        <p:nvPicPr>
          <p:cNvPr id="19" name="Imagen 2"/>
          <p:cNvPicPr>
            <a:picLocks noChangeAspect="1"/>
          </p:cNvPicPr>
          <p:nvPr userDrawn="1"/>
        </p:nvPicPr>
        <p:blipFill rotWithShape="1">
          <a:blip r:embed="rId3"/>
          <a:srcRect l="90353" t="78820" r="2656" b="6080"/>
          <a:stretch/>
        </p:blipFill>
        <p:spPr>
          <a:xfrm>
            <a:off x="8569815" y="5559972"/>
            <a:ext cx="588578" cy="9218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2562" y="263769"/>
            <a:ext cx="7077807" cy="3246194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 smtClean="0"/>
              <a:t>TITULO</a:t>
            </a:r>
            <a:endParaRPr lang="en-US" dirty="0"/>
          </a:p>
        </p:txBody>
      </p:sp>
      <p:sp>
        <p:nvSpPr>
          <p:cNvPr id="20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272325" y="3540935"/>
            <a:ext cx="5823676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05665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stático 3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2" descr="http://imagenes.universia.net/gc/net/images/universidades/c/ca/car/carrusel-cibertec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97" y="3717433"/>
            <a:ext cx="4347846" cy="208596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91375" y="97277"/>
            <a:ext cx="1952625" cy="12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8 Título"/>
          <p:cNvSpPr>
            <a:spLocks noGrp="1"/>
          </p:cNvSpPr>
          <p:nvPr>
            <p:ph type="ctrTitle" hasCustomPrompt="1"/>
          </p:nvPr>
        </p:nvSpPr>
        <p:spPr>
          <a:xfrm>
            <a:off x="721546" y="645732"/>
            <a:ext cx="6469829" cy="1572986"/>
          </a:xfrm>
          <a:ln>
            <a:noFill/>
          </a:ln>
        </p:spPr>
        <p:txBody>
          <a:bodyPr vert="horz" tIns="0" rIns="18288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4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kumimoji="0" lang="es-ES" dirty="0" smtClean="0"/>
              <a:t>TÍTULO</a:t>
            </a:r>
            <a:endParaRPr kumimoji="0" lang="en-US" dirty="0"/>
          </a:p>
        </p:txBody>
      </p:sp>
      <p:grpSp>
        <p:nvGrpSpPr>
          <p:cNvPr id="49" name="48 Grupo"/>
          <p:cNvGrpSpPr/>
          <p:nvPr userDrawn="1"/>
        </p:nvGrpSpPr>
        <p:grpSpPr>
          <a:xfrm>
            <a:off x="714897" y="2783075"/>
            <a:ext cx="614857" cy="683754"/>
            <a:chOff x="714897" y="2783075"/>
            <a:chExt cx="614857" cy="683754"/>
          </a:xfrm>
        </p:grpSpPr>
        <p:sp>
          <p:nvSpPr>
            <p:cNvPr id="53" name="52 Conector"/>
            <p:cNvSpPr/>
            <p:nvPr userDrawn="1"/>
          </p:nvSpPr>
          <p:spPr>
            <a:xfrm>
              <a:off x="71489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4" name="53 Conector"/>
            <p:cNvSpPr/>
            <p:nvPr userDrawn="1"/>
          </p:nvSpPr>
          <p:spPr>
            <a:xfrm>
              <a:off x="91439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5" name="54 Conector"/>
            <p:cNvSpPr/>
            <p:nvPr userDrawn="1"/>
          </p:nvSpPr>
          <p:spPr>
            <a:xfrm>
              <a:off x="113175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56" name="55 Grupo"/>
          <p:cNvGrpSpPr/>
          <p:nvPr userDrawn="1"/>
        </p:nvGrpSpPr>
        <p:grpSpPr>
          <a:xfrm>
            <a:off x="5556387" y="2783075"/>
            <a:ext cx="614857" cy="683754"/>
            <a:chOff x="5556387" y="2783075"/>
            <a:chExt cx="614857" cy="683754"/>
          </a:xfrm>
        </p:grpSpPr>
        <p:sp>
          <p:nvSpPr>
            <p:cNvPr id="57" name="56 Conector"/>
            <p:cNvSpPr/>
            <p:nvPr userDrawn="1"/>
          </p:nvSpPr>
          <p:spPr>
            <a:xfrm>
              <a:off x="555638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8" name="57 Conector"/>
            <p:cNvSpPr/>
            <p:nvPr userDrawn="1"/>
          </p:nvSpPr>
          <p:spPr>
            <a:xfrm>
              <a:off x="5758092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9" name="58 Conector"/>
            <p:cNvSpPr/>
            <p:nvPr userDrawn="1"/>
          </p:nvSpPr>
          <p:spPr>
            <a:xfrm>
              <a:off x="597324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0" name="59 Grupo"/>
          <p:cNvGrpSpPr/>
          <p:nvPr userDrawn="1"/>
        </p:nvGrpSpPr>
        <p:grpSpPr>
          <a:xfrm>
            <a:off x="1406538" y="2783075"/>
            <a:ext cx="614857" cy="683754"/>
            <a:chOff x="1406538" y="2783075"/>
            <a:chExt cx="614857" cy="683754"/>
          </a:xfrm>
        </p:grpSpPr>
        <p:sp>
          <p:nvSpPr>
            <p:cNvPr id="61" name="60 Conector"/>
            <p:cNvSpPr/>
            <p:nvPr userDrawn="1"/>
          </p:nvSpPr>
          <p:spPr>
            <a:xfrm>
              <a:off x="1406538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2" name="61 Conector"/>
            <p:cNvSpPr/>
            <p:nvPr userDrawn="1"/>
          </p:nvSpPr>
          <p:spPr>
            <a:xfrm>
              <a:off x="160635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3" name="62 Conector"/>
            <p:cNvSpPr/>
            <p:nvPr userDrawn="1"/>
          </p:nvSpPr>
          <p:spPr>
            <a:xfrm>
              <a:off x="1823395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4" name="63 Grupo"/>
          <p:cNvGrpSpPr/>
          <p:nvPr userDrawn="1"/>
        </p:nvGrpSpPr>
        <p:grpSpPr>
          <a:xfrm>
            <a:off x="3481461" y="2783075"/>
            <a:ext cx="614857" cy="683754"/>
            <a:chOff x="3481461" y="2783075"/>
            <a:chExt cx="614857" cy="683754"/>
          </a:xfrm>
        </p:grpSpPr>
        <p:sp>
          <p:nvSpPr>
            <p:cNvPr id="65" name="64 Conector"/>
            <p:cNvSpPr/>
            <p:nvPr userDrawn="1"/>
          </p:nvSpPr>
          <p:spPr>
            <a:xfrm>
              <a:off x="3481461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6" name="65 Conector"/>
            <p:cNvSpPr/>
            <p:nvPr userDrawn="1"/>
          </p:nvSpPr>
          <p:spPr>
            <a:xfrm>
              <a:off x="3682221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7" name="66 Conector"/>
            <p:cNvSpPr/>
            <p:nvPr userDrawn="1"/>
          </p:nvSpPr>
          <p:spPr>
            <a:xfrm>
              <a:off x="3898318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8" name="67 Grupo"/>
          <p:cNvGrpSpPr/>
          <p:nvPr userDrawn="1"/>
        </p:nvGrpSpPr>
        <p:grpSpPr>
          <a:xfrm>
            <a:off x="2098179" y="2783075"/>
            <a:ext cx="614857" cy="683754"/>
            <a:chOff x="2098179" y="2783075"/>
            <a:chExt cx="614857" cy="683754"/>
          </a:xfrm>
        </p:grpSpPr>
        <p:sp>
          <p:nvSpPr>
            <p:cNvPr id="69" name="68 Conector"/>
            <p:cNvSpPr/>
            <p:nvPr userDrawn="1"/>
          </p:nvSpPr>
          <p:spPr>
            <a:xfrm>
              <a:off x="2098179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0" name="69 Conector"/>
            <p:cNvSpPr/>
            <p:nvPr userDrawn="1"/>
          </p:nvSpPr>
          <p:spPr>
            <a:xfrm>
              <a:off x="2298309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1" name="70 Conector"/>
            <p:cNvSpPr/>
            <p:nvPr userDrawn="1"/>
          </p:nvSpPr>
          <p:spPr>
            <a:xfrm>
              <a:off x="2515036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72" name="71 Grupo"/>
          <p:cNvGrpSpPr/>
          <p:nvPr userDrawn="1"/>
        </p:nvGrpSpPr>
        <p:grpSpPr>
          <a:xfrm>
            <a:off x="4173102" y="2783075"/>
            <a:ext cx="614857" cy="683754"/>
            <a:chOff x="4173102" y="2783075"/>
            <a:chExt cx="614857" cy="683754"/>
          </a:xfrm>
        </p:grpSpPr>
        <p:sp>
          <p:nvSpPr>
            <p:cNvPr id="73" name="72 Conector"/>
            <p:cNvSpPr/>
            <p:nvPr userDrawn="1"/>
          </p:nvSpPr>
          <p:spPr>
            <a:xfrm>
              <a:off x="4173102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4" name="73 Conector"/>
            <p:cNvSpPr/>
            <p:nvPr userDrawn="1"/>
          </p:nvSpPr>
          <p:spPr>
            <a:xfrm>
              <a:off x="437417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5" name="74 Conector"/>
            <p:cNvSpPr/>
            <p:nvPr userDrawn="1"/>
          </p:nvSpPr>
          <p:spPr>
            <a:xfrm>
              <a:off x="4589959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76" name="75 Grupo"/>
          <p:cNvGrpSpPr/>
          <p:nvPr userDrawn="1"/>
        </p:nvGrpSpPr>
        <p:grpSpPr>
          <a:xfrm>
            <a:off x="2789820" y="2783075"/>
            <a:ext cx="614857" cy="683754"/>
            <a:chOff x="2789820" y="2783075"/>
            <a:chExt cx="614857" cy="683754"/>
          </a:xfrm>
        </p:grpSpPr>
        <p:sp>
          <p:nvSpPr>
            <p:cNvPr id="77" name="76 Conector"/>
            <p:cNvSpPr/>
            <p:nvPr userDrawn="1"/>
          </p:nvSpPr>
          <p:spPr>
            <a:xfrm>
              <a:off x="2789820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8" name="77 Conector"/>
            <p:cNvSpPr/>
            <p:nvPr userDrawn="1"/>
          </p:nvSpPr>
          <p:spPr>
            <a:xfrm>
              <a:off x="2990265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9" name="78 Conector"/>
            <p:cNvSpPr/>
            <p:nvPr userDrawn="1"/>
          </p:nvSpPr>
          <p:spPr>
            <a:xfrm>
              <a:off x="3206677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80" name="79 Grupo"/>
          <p:cNvGrpSpPr/>
          <p:nvPr userDrawn="1"/>
        </p:nvGrpSpPr>
        <p:grpSpPr>
          <a:xfrm>
            <a:off x="4864743" y="2783075"/>
            <a:ext cx="614857" cy="683754"/>
            <a:chOff x="4864743" y="2783075"/>
            <a:chExt cx="614857" cy="683754"/>
          </a:xfrm>
        </p:grpSpPr>
        <p:sp>
          <p:nvSpPr>
            <p:cNvPr id="81" name="80 Conector"/>
            <p:cNvSpPr/>
            <p:nvPr userDrawn="1"/>
          </p:nvSpPr>
          <p:spPr>
            <a:xfrm>
              <a:off x="4864743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2" name="81 Conector"/>
            <p:cNvSpPr/>
            <p:nvPr userDrawn="1"/>
          </p:nvSpPr>
          <p:spPr>
            <a:xfrm>
              <a:off x="506613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3" name="82 Conector"/>
            <p:cNvSpPr/>
            <p:nvPr userDrawn="1"/>
          </p:nvSpPr>
          <p:spPr>
            <a:xfrm>
              <a:off x="5281600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pic>
        <p:nvPicPr>
          <p:cNvPr id="84" name="Imagen 2"/>
          <p:cNvPicPr>
            <a:picLocks noChangeAspect="1"/>
          </p:cNvPicPr>
          <p:nvPr userDrawn="1"/>
        </p:nvPicPr>
        <p:blipFill rotWithShape="1">
          <a:blip r:embed="rId4"/>
          <a:srcRect l="68698" t="80903" r="21441" b="3352"/>
          <a:stretch/>
        </p:blipFill>
        <p:spPr>
          <a:xfrm>
            <a:off x="6810703" y="5710825"/>
            <a:ext cx="830318" cy="961096"/>
          </a:xfrm>
          <a:prstGeom prst="rect">
            <a:avLst/>
          </a:prstGeom>
        </p:spPr>
      </p:pic>
      <p:pic>
        <p:nvPicPr>
          <p:cNvPr id="85" name="Imagen 2"/>
          <p:cNvPicPr>
            <a:picLocks noChangeAspect="1"/>
          </p:cNvPicPr>
          <p:nvPr userDrawn="1"/>
        </p:nvPicPr>
        <p:blipFill rotWithShape="1">
          <a:blip r:embed="rId4"/>
          <a:srcRect l="80556" t="80903" r="10707" b="3352"/>
          <a:stretch/>
        </p:blipFill>
        <p:spPr>
          <a:xfrm>
            <a:off x="7767144" y="5693841"/>
            <a:ext cx="735723" cy="961096"/>
          </a:xfrm>
          <a:prstGeom prst="rect">
            <a:avLst/>
          </a:prstGeom>
        </p:spPr>
      </p:pic>
      <p:pic>
        <p:nvPicPr>
          <p:cNvPr id="86" name="Imagen 2"/>
          <p:cNvPicPr>
            <a:picLocks noChangeAspect="1"/>
          </p:cNvPicPr>
          <p:nvPr userDrawn="1"/>
        </p:nvPicPr>
        <p:blipFill rotWithShape="1">
          <a:blip r:embed="rId4"/>
          <a:srcRect l="85173" t="65732" r="4716" b="21182"/>
          <a:stretch/>
        </p:blipFill>
        <p:spPr>
          <a:xfrm>
            <a:off x="8144146" y="4761186"/>
            <a:ext cx="851338" cy="798786"/>
          </a:xfrm>
          <a:prstGeom prst="rect">
            <a:avLst/>
          </a:prstGeom>
        </p:spPr>
      </p:pic>
      <p:pic>
        <p:nvPicPr>
          <p:cNvPr id="87" name="Imagen 2"/>
          <p:cNvPicPr>
            <a:picLocks noChangeAspect="1"/>
          </p:cNvPicPr>
          <p:nvPr userDrawn="1"/>
        </p:nvPicPr>
        <p:blipFill rotWithShape="1">
          <a:blip r:embed="rId4"/>
          <a:srcRect l="74625" t="66995" r="15947" b="19498"/>
          <a:stretch/>
        </p:blipFill>
        <p:spPr>
          <a:xfrm>
            <a:off x="7283668" y="4869381"/>
            <a:ext cx="793837" cy="824460"/>
          </a:xfrm>
          <a:prstGeom prst="rect">
            <a:avLst/>
          </a:prstGeom>
        </p:spPr>
      </p:pic>
      <p:pic>
        <p:nvPicPr>
          <p:cNvPr id="88" name="Imagen 2"/>
          <p:cNvPicPr>
            <a:picLocks noChangeAspect="1"/>
          </p:cNvPicPr>
          <p:nvPr userDrawn="1"/>
        </p:nvPicPr>
        <p:blipFill rotWithShape="1">
          <a:blip r:embed="rId4"/>
          <a:srcRect l="61317" t="63331" r="27315" b="22723"/>
          <a:stretch/>
        </p:blipFill>
        <p:spPr>
          <a:xfrm>
            <a:off x="6184118" y="4608787"/>
            <a:ext cx="957170" cy="851338"/>
          </a:xfrm>
          <a:prstGeom prst="rect">
            <a:avLst/>
          </a:prstGeom>
        </p:spPr>
      </p:pic>
      <p:pic>
        <p:nvPicPr>
          <p:cNvPr id="89" name="Imagen 2"/>
          <p:cNvPicPr>
            <a:picLocks noChangeAspect="1"/>
          </p:cNvPicPr>
          <p:nvPr userDrawn="1"/>
        </p:nvPicPr>
        <p:blipFill rotWithShape="1">
          <a:blip r:embed="rId4"/>
          <a:srcRect l="65253" t="43902" r="24885" b="39410"/>
          <a:stretch/>
        </p:blipFill>
        <p:spPr>
          <a:xfrm>
            <a:off x="6437584" y="3436709"/>
            <a:ext cx="830316" cy="1018731"/>
          </a:xfrm>
          <a:prstGeom prst="rect">
            <a:avLst/>
          </a:prstGeom>
        </p:spPr>
      </p:pic>
      <p:pic>
        <p:nvPicPr>
          <p:cNvPr id="90" name="Imagen 2"/>
          <p:cNvPicPr>
            <a:picLocks noChangeAspect="1"/>
          </p:cNvPicPr>
          <p:nvPr userDrawn="1"/>
        </p:nvPicPr>
        <p:blipFill rotWithShape="1">
          <a:blip r:embed="rId4"/>
          <a:srcRect l="74429" t="51483" r="14586" b="35242"/>
          <a:stretch/>
        </p:blipFill>
        <p:spPr>
          <a:xfrm>
            <a:off x="7278411" y="3880310"/>
            <a:ext cx="924909" cy="810393"/>
          </a:xfrm>
          <a:prstGeom prst="rect">
            <a:avLst/>
          </a:prstGeom>
        </p:spPr>
      </p:pic>
      <p:pic>
        <p:nvPicPr>
          <p:cNvPr id="91" name="Imagen 2"/>
          <p:cNvPicPr>
            <a:picLocks noChangeAspect="1"/>
          </p:cNvPicPr>
          <p:nvPr userDrawn="1"/>
        </p:nvPicPr>
        <p:blipFill rotWithShape="1">
          <a:blip r:embed="rId4"/>
          <a:srcRect l="87467" t="48726" r="3484" b="36019"/>
          <a:stretch/>
        </p:blipFill>
        <p:spPr>
          <a:xfrm>
            <a:off x="8375454" y="3738453"/>
            <a:ext cx="761927" cy="931230"/>
          </a:xfrm>
          <a:prstGeom prst="rect">
            <a:avLst/>
          </a:prstGeom>
        </p:spPr>
      </p:pic>
      <p:pic>
        <p:nvPicPr>
          <p:cNvPr id="92" name="Imagen 2"/>
          <p:cNvPicPr>
            <a:picLocks noChangeAspect="1"/>
          </p:cNvPicPr>
          <p:nvPr userDrawn="1"/>
        </p:nvPicPr>
        <p:blipFill rotWithShape="1">
          <a:blip r:embed="rId4"/>
          <a:srcRect l="89462" t="33349" r="2752" b="54081"/>
          <a:stretch/>
        </p:blipFill>
        <p:spPr>
          <a:xfrm>
            <a:off x="8483790" y="2783075"/>
            <a:ext cx="655527" cy="767255"/>
          </a:xfrm>
          <a:prstGeom prst="rect">
            <a:avLst/>
          </a:prstGeom>
        </p:spPr>
      </p:pic>
      <p:pic>
        <p:nvPicPr>
          <p:cNvPr id="93" name="Imagen 2"/>
          <p:cNvPicPr>
            <a:picLocks noChangeAspect="1"/>
          </p:cNvPicPr>
          <p:nvPr userDrawn="1"/>
        </p:nvPicPr>
        <p:blipFill rotWithShape="1">
          <a:blip r:embed="rId4"/>
          <a:srcRect l="77496" t="35725" r="12994" b="51361"/>
          <a:stretch/>
        </p:blipFill>
        <p:spPr>
          <a:xfrm>
            <a:off x="7543190" y="2929157"/>
            <a:ext cx="800732" cy="788276"/>
          </a:xfrm>
          <a:prstGeom prst="rect">
            <a:avLst/>
          </a:prstGeom>
        </p:spPr>
      </p:pic>
      <p:pic>
        <p:nvPicPr>
          <p:cNvPr id="94" name="Imagen 2"/>
          <p:cNvPicPr>
            <a:picLocks noChangeAspect="1"/>
          </p:cNvPicPr>
          <p:nvPr userDrawn="1"/>
        </p:nvPicPr>
        <p:blipFill rotWithShape="1">
          <a:blip r:embed="rId4"/>
          <a:srcRect l="90353" t="78820" r="2656" b="6080"/>
          <a:stretch/>
        </p:blipFill>
        <p:spPr>
          <a:xfrm>
            <a:off x="8569815" y="5559972"/>
            <a:ext cx="588578" cy="921816"/>
          </a:xfrm>
          <a:prstGeom prst="rect">
            <a:avLst/>
          </a:prstGeom>
        </p:spPr>
      </p:pic>
      <p:sp>
        <p:nvSpPr>
          <p:cNvPr id="95" name="16 Subtítulo"/>
          <p:cNvSpPr>
            <a:spLocks noGrp="1"/>
          </p:cNvSpPr>
          <p:nvPr>
            <p:ph type="subTitle" idx="1" hasCustomPrompt="1"/>
          </p:nvPr>
        </p:nvSpPr>
        <p:spPr>
          <a:xfrm>
            <a:off x="714896" y="6025189"/>
            <a:ext cx="5947807" cy="816496"/>
          </a:xfrm>
          <a:prstGeom prst="rect">
            <a:avLst/>
          </a:prstGeom>
        </p:spPr>
        <p:txBody>
          <a:bodyPr lIns="0" rIns="18288" anchor="b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marR="45720" indent="0" algn="just">
              <a:spcBef>
                <a:spcPts val="0"/>
              </a:spcBef>
              <a:buNone/>
              <a:defRPr sz="24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dirty="0" smtClean="0"/>
              <a:t>Referencia</a:t>
            </a:r>
          </a:p>
          <a:p>
            <a:r>
              <a:rPr kumimoji="0" lang="es-ES" dirty="0" smtClean="0"/>
              <a:t>2016</a:t>
            </a:r>
            <a:endParaRPr kumimoji="0" lang="en-US" dirty="0"/>
          </a:p>
        </p:txBody>
      </p:sp>
      <p:sp>
        <p:nvSpPr>
          <p:cNvPr id="96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732682" y="2267483"/>
            <a:ext cx="6458693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37034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stático 4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91375" y="97277"/>
            <a:ext cx="1952625" cy="12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732682" y="2267483"/>
            <a:ext cx="6458693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  <p:pic>
        <p:nvPicPr>
          <p:cNvPr id="2050" name="Picture 2" descr="http://www.movistar.com.pe/documents/10182/1119302/png_bannerD_cibertec.png/a4030f5d-7f46-48fa-99b0-66f25ff07bc9?t=142567872038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37" y="3830464"/>
            <a:ext cx="2967324" cy="194411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8 Título"/>
          <p:cNvSpPr>
            <a:spLocks noGrp="1"/>
          </p:cNvSpPr>
          <p:nvPr>
            <p:ph type="ctrTitle" hasCustomPrompt="1"/>
          </p:nvPr>
        </p:nvSpPr>
        <p:spPr>
          <a:xfrm>
            <a:off x="721546" y="620110"/>
            <a:ext cx="6469829" cy="1606787"/>
          </a:xfrm>
          <a:prstGeom prst="rect">
            <a:avLst/>
          </a:prstGeom>
          <a:ln>
            <a:noFill/>
          </a:ln>
        </p:spPr>
        <p:txBody>
          <a:bodyPr vert="horz" tIns="0" rIns="18288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4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kumimoji="0" lang="es-ES" dirty="0" smtClean="0"/>
              <a:t>TÍTULO</a:t>
            </a:r>
            <a:endParaRPr kumimoji="0" lang="en-US" dirty="0"/>
          </a:p>
        </p:txBody>
      </p:sp>
      <p:grpSp>
        <p:nvGrpSpPr>
          <p:cNvPr id="42" name="41 Grupo"/>
          <p:cNvGrpSpPr/>
          <p:nvPr userDrawn="1"/>
        </p:nvGrpSpPr>
        <p:grpSpPr>
          <a:xfrm>
            <a:off x="714897" y="2783075"/>
            <a:ext cx="614857" cy="683754"/>
            <a:chOff x="714897" y="2783075"/>
            <a:chExt cx="614857" cy="683754"/>
          </a:xfrm>
        </p:grpSpPr>
        <p:sp>
          <p:nvSpPr>
            <p:cNvPr id="43" name="42 Conector"/>
            <p:cNvSpPr/>
            <p:nvPr userDrawn="1"/>
          </p:nvSpPr>
          <p:spPr>
            <a:xfrm>
              <a:off x="71489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44" name="43 Conector"/>
            <p:cNvSpPr/>
            <p:nvPr userDrawn="1"/>
          </p:nvSpPr>
          <p:spPr>
            <a:xfrm>
              <a:off x="91439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45" name="44 Conector"/>
            <p:cNvSpPr/>
            <p:nvPr userDrawn="1"/>
          </p:nvSpPr>
          <p:spPr>
            <a:xfrm>
              <a:off x="113175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46" name="45 Grupo"/>
          <p:cNvGrpSpPr/>
          <p:nvPr userDrawn="1"/>
        </p:nvGrpSpPr>
        <p:grpSpPr>
          <a:xfrm>
            <a:off x="5556387" y="2783075"/>
            <a:ext cx="614857" cy="683754"/>
            <a:chOff x="5556387" y="2783075"/>
            <a:chExt cx="614857" cy="683754"/>
          </a:xfrm>
        </p:grpSpPr>
        <p:sp>
          <p:nvSpPr>
            <p:cNvPr id="48" name="47 Conector"/>
            <p:cNvSpPr/>
            <p:nvPr userDrawn="1"/>
          </p:nvSpPr>
          <p:spPr>
            <a:xfrm>
              <a:off x="555638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49" name="48 Conector"/>
            <p:cNvSpPr/>
            <p:nvPr userDrawn="1"/>
          </p:nvSpPr>
          <p:spPr>
            <a:xfrm>
              <a:off x="5758092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0" name="49 Conector"/>
            <p:cNvSpPr/>
            <p:nvPr userDrawn="1"/>
          </p:nvSpPr>
          <p:spPr>
            <a:xfrm>
              <a:off x="597324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51" name="50 Grupo"/>
          <p:cNvGrpSpPr/>
          <p:nvPr userDrawn="1"/>
        </p:nvGrpSpPr>
        <p:grpSpPr>
          <a:xfrm>
            <a:off x="1406538" y="2783075"/>
            <a:ext cx="614857" cy="683754"/>
            <a:chOff x="1406538" y="2783075"/>
            <a:chExt cx="614857" cy="683754"/>
          </a:xfrm>
        </p:grpSpPr>
        <p:sp>
          <p:nvSpPr>
            <p:cNvPr id="52" name="51 Conector"/>
            <p:cNvSpPr/>
            <p:nvPr userDrawn="1"/>
          </p:nvSpPr>
          <p:spPr>
            <a:xfrm>
              <a:off x="1406538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3" name="52 Conector"/>
            <p:cNvSpPr/>
            <p:nvPr userDrawn="1"/>
          </p:nvSpPr>
          <p:spPr>
            <a:xfrm>
              <a:off x="160635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4" name="53 Conector"/>
            <p:cNvSpPr/>
            <p:nvPr userDrawn="1"/>
          </p:nvSpPr>
          <p:spPr>
            <a:xfrm>
              <a:off x="1823395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55" name="54 Grupo"/>
          <p:cNvGrpSpPr/>
          <p:nvPr userDrawn="1"/>
        </p:nvGrpSpPr>
        <p:grpSpPr>
          <a:xfrm>
            <a:off x="3481461" y="2783075"/>
            <a:ext cx="614857" cy="683754"/>
            <a:chOff x="3481461" y="2783075"/>
            <a:chExt cx="614857" cy="683754"/>
          </a:xfrm>
        </p:grpSpPr>
        <p:sp>
          <p:nvSpPr>
            <p:cNvPr id="56" name="55 Conector"/>
            <p:cNvSpPr/>
            <p:nvPr userDrawn="1"/>
          </p:nvSpPr>
          <p:spPr>
            <a:xfrm>
              <a:off x="3481461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7" name="56 Conector"/>
            <p:cNvSpPr/>
            <p:nvPr userDrawn="1"/>
          </p:nvSpPr>
          <p:spPr>
            <a:xfrm>
              <a:off x="3682221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8" name="57 Conector"/>
            <p:cNvSpPr/>
            <p:nvPr userDrawn="1"/>
          </p:nvSpPr>
          <p:spPr>
            <a:xfrm>
              <a:off x="3898318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59" name="58 Grupo"/>
          <p:cNvGrpSpPr/>
          <p:nvPr userDrawn="1"/>
        </p:nvGrpSpPr>
        <p:grpSpPr>
          <a:xfrm>
            <a:off x="2098179" y="2783075"/>
            <a:ext cx="614857" cy="683754"/>
            <a:chOff x="2098179" y="2783075"/>
            <a:chExt cx="614857" cy="683754"/>
          </a:xfrm>
        </p:grpSpPr>
        <p:sp>
          <p:nvSpPr>
            <p:cNvPr id="60" name="59 Conector"/>
            <p:cNvSpPr/>
            <p:nvPr userDrawn="1"/>
          </p:nvSpPr>
          <p:spPr>
            <a:xfrm>
              <a:off x="2098179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1" name="60 Conector"/>
            <p:cNvSpPr/>
            <p:nvPr userDrawn="1"/>
          </p:nvSpPr>
          <p:spPr>
            <a:xfrm>
              <a:off x="2298309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2" name="61 Conector"/>
            <p:cNvSpPr/>
            <p:nvPr userDrawn="1"/>
          </p:nvSpPr>
          <p:spPr>
            <a:xfrm>
              <a:off x="2515036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3" name="62 Grupo"/>
          <p:cNvGrpSpPr/>
          <p:nvPr userDrawn="1"/>
        </p:nvGrpSpPr>
        <p:grpSpPr>
          <a:xfrm>
            <a:off x="4173102" y="2783075"/>
            <a:ext cx="614857" cy="683754"/>
            <a:chOff x="4173102" y="2783075"/>
            <a:chExt cx="614857" cy="683754"/>
          </a:xfrm>
        </p:grpSpPr>
        <p:sp>
          <p:nvSpPr>
            <p:cNvPr id="64" name="63 Conector"/>
            <p:cNvSpPr/>
            <p:nvPr userDrawn="1"/>
          </p:nvSpPr>
          <p:spPr>
            <a:xfrm>
              <a:off x="4173102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5" name="64 Conector"/>
            <p:cNvSpPr/>
            <p:nvPr userDrawn="1"/>
          </p:nvSpPr>
          <p:spPr>
            <a:xfrm>
              <a:off x="437417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6" name="65 Conector"/>
            <p:cNvSpPr/>
            <p:nvPr userDrawn="1"/>
          </p:nvSpPr>
          <p:spPr>
            <a:xfrm>
              <a:off x="4589959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7" name="66 Grupo"/>
          <p:cNvGrpSpPr/>
          <p:nvPr userDrawn="1"/>
        </p:nvGrpSpPr>
        <p:grpSpPr>
          <a:xfrm>
            <a:off x="2789820" y="2783075"/>
            <a:ext cx="614857" cy="683754"/>
            <a:chOff x="2789820" y="2783075"/>
            <a:chExt cx="614857" cy="683754"/>
          </a:xfrm>
        </p:grpSpPr>
        <p:sp>
          <p:nvSpPr>
            <p:cNvPr id="68" name="67 Conector"/>
            <p:cNvSpPr/>
            <p:nvPr userDrawn="1"/>
          </p:nvSpPr>
          <p:spPr>
            <a:xfrm>
              <a:off x="2789820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9" name="68 Conector"/>
            <p:cNvSpPr/>
            <p:nvPr userDrawn="1"/>
          </p:nvSpPr>
          <p:spPr>
            <a:xfrm>
              <a:off x="2990265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0" name="69 Conector"/>
            <p:cNvSpPr/>
            <p:nvPr userDrawn="1"/>
          </p:nvSpPr>
          <p:spPr>
            <a:xfrm>
              <a:off x="3206677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71" name="70 Grupo"/>
          <p:cNvGrpSpPr/>
          <p:nvPr userDrawn="1"/>
        </p:nvGrpSpPr>
        <p:grpSpPr>
          <a:xfrm>
            <a:off x="4864743" y="2783075"/>
            <a:ext cx="614857" cy="683754"/>
            <a:chOff x="4864743" y="2783075"/>
            <a:chExt cx="614857" cy="683754"/>
          </a:xfrm>
        </p:grpSpPr>
        <p:sp>
          <p:nvSpPr>
            <p:cNvPr id="72" name="71 Conector"/>
            <p:cNvSpPr/>
            <p:nvPr userDrawn="1"/>
          </p:nvSpPr>
          <p:spPr>
            <a:xfrm>
              <a:off x="4864743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3" name="72 Conector"/>
            <p:cNvSpPr/>
            <p:nvPr userDrawn="1"/>
          </p:nvSpPr>
          <p:spPr>
            <a:xfrm>
              <a:off x="506613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4" name="73 Conector"/>
            <p:cNvSpPr/>
            <p:nvPr userDrawn="1"/>
          </p:nvSpPr>
          <p:spPr>
            <a:xfrm>
              <a:off x="5281600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pic>
        <p:nvPicPr>
          <p:cNvPr id="75" name="Imagen 2"/>
          <p:cNvPicPr>
            <a:picLocks noChangeAspect="1"/>
          </p:cNvPicPr>
          <p:nvPr userDrawn="1"/>
        </p:nvPicPr>
        <p:blipFill rotWithShape="1">
          <a:blip r:embed="rId4"/>
          <a:srcRect l="68698" t="80903" r="21441" b="3352"/>
          <a:stretch/>
        </p:blipFill>
        <p:spPr>
          <a:xfrm>
            <a:off x="6810703" y="5710825"/>
            <a:ext cx="830318" cy="961096"/>
          </a:xfrm>
          <a:prstGeom prst="rect">
            <a:avLst/>
          </a:prstGeom>
        </p:spPr>
      </p:pic>
      <p:pic>
        <p:nvPicPr>
          <p:cNvPr id="76" name="Imagen 2"/>
          <p:cNvPicPr>
            <a:picLocks noChangeAspect="1"/>
          </p:cNvPicPr>
          <p:nvPr userDrawn="1"/>
        </p:nvPicPr>
        <p:blipFill rotWithShape="1">
          <a:blip r:embed="rId4"/>
          <a:srcRect l="80556" t="80903" r="10707" b="3352"/>
          <a:stretch/>
        </p:blipFill>
        <p:spPr>
          <a:xfrm>
            <a:off x="7767144" y="5693841"/>
            <a:ext cx="735723" cy="961096"/>
          </a:xfrm>
          <a:prstGeom prst="rect">
            <a:avLst/>
          </a:prstGeom>
        </p:spPr>
      </p:pic>
      <p:pic>
        <p:nvPicPr>
          <p:cNvPr id="77" name="Imagen 2"/>
          <p:cNvPicPr>
            <a:picLocks noChangeAspect="1"/>
          </p:cNvPicPr>
          <p:nvPr userDrawn="1"/>
        </p:nvPicPr>
        <p:blipFill rotWithShape="1">
          <a:blip r:embed="rId4"/>
          <a:srcRect l="85173" t="65732" r="4716" b="21182"/>
          <a:stretch/>
        </p:blipFill>
        <p:spPr>
          <a:xfrm>
            <a:off x="8144146" y="4761186"/>
            <a:ext cx="851338" cy="798786"/>
          </a:xfrm>
          <a:prstGeom prst="rect">
            <a:avLst/>
          </a:prstGeom>
        </p:spPr>
      </p:pic>
      <p:pic>
        <p:nvPicPr>
          <p:cNvPr id="78" name="Imagen 2"/>
          <p:cNvPicPr>
            <a:picLocks noChangeAspect="1"/>
          </p:cNvPicPr>
          <p:nvPr userDrawn="1"/>
        </p:nvPicPr>
        <p:blipFill rotWithShape="1">
          <a:blip r:embed="rId4"/>
          <a:srcRect l="74625" t="66995" r="15947" b="19498"/>
          <a:stretch/>
        </p:blipFill>
        <p:spPr>
          <a:xfrm>
            <a:off x="7283668" y="4869381"/>
            <a:ext cx="793837" cy="824460"/>
          </a:xfrm>
          <a:prstGeom prst="rect">
            <a:avLst/>
          </a:prstGeom>
        </p:spPr>
      </p:pic>
      <p:pic>
        <p:nvPicPr>
          <p:cNvPr id="79" name="Imagen 2"/>
          <p:cNvPicPr>
            <a:picLocks noChangeAspect="1"/>
          </p:cNvPicPr>
          <p:nvPr userDrawn="1"/>
        </p:nvPicPr>
        <p:blipFill rotWithShape="1">
          <a:blip r:embed="rId4"/>
          <a:srcRect l="61317" t="63331" r="27315" b="22723"/>
          <a:stretch/>
        </p:blipFill>
        <p:spPr>
          <a:xfrm>
            <a:off x="6184118" y="4608787"/>
            <a:ext cx="957170" cy="851338"/>
          </a:xfrm>
          <a:prstGeom prst="rect">
            <a:avLst/>
          </a:prstGeom>
        </p:spPr>
      </p:pic>
      <p:pic>
        <p:nvPicPr>
          <p:cNvPr id="80" name="Imagen 2"/>
          <p:cNvPicPr>
            <a:picLocks noChangeAspect="1"/>
          </p:cNvPicPr>
          <p:nvPr userDrawn="1"/>
        </p:nvPicPr>
        <p:blipFill rotWithShape="1">
          <a:blip r:embed="rId4"/>
          <a:srcRect l="65253" t="43902" r="24885" b="39410"/>
          <a:stretch/>
        </p:blipFill>
        <p:spPr>
          <a:xfrm>
            <a:off x="6437584" y="3436709"/>
            <a:ext cx="830316" cy="1018731"/>
          </a:xfrm>
          <a:prstGeom prst="rect">
            <a:avLst/>
          </a:prstGeom>
        </p:spPr>
      </p:pic>
      <p:pic>
        <p:nvPicPr>
          <p:cNvPr id="81" name="Imagen 2"/>
          <p:cNvPicPr>
            <a:picLocks noChangeAspect="1"/>
          </p:cNvPicPr>
          <p:nvPr userDrawn="1"/>
        </p:nvPicPr>
        <p:blipFill rotWithShape="1">
          <a:blip r:embed="rId4"/>
          <a:srcRect l="74429" t="51483" r="14586" b="35242"/>
          <a:stretch/>
        </p:blipFill>
        <p:spPr>
          <a:xfrm>
            <a:off x="7278411" y="3880310"/>
            <a:ext cx="924909" cy="810393"/>
          </a:xfrm>
          <a:prstGeom prst="rect">
            <a:avLst/>
          </a:prstGeom>
        </p:spPr>
      </p:pic>
      <p:pic>
        <p:nvPicPr>
          <p:cNvPr id="82" name="Imagen 2"/>
          <p:cNvPicPr>
            <a:picLocks noChangeAspect="1"/>
          </p:cNvPicPr>
          <p:nvPr userDrawn="1"/>
        </p:nvPicPr>
        <p:blipFill rotWithShape="1">
          <a:blip r:embed="rId4"/>
          <a:srcRect l="87467" t="48726" r="3484" b="36019"/>
          <a:stretch/>
        </p:blipFill>
        <p:spPr>
          <a:xfrm>
            <a:off x="8375454" y="3738453"/>
            <a:ext cx="761927" cy="931230"/>
          </a:xfrm>
          <a:prstGeom prst="rect">
            <a:avLst/>
          </a:prstGeom>
        </p:spPr>
      </p:pic>
      <p:pic>
        <p:nvPicPr>
          <p:cNvPr id="83" name="Imagen 2"/>
          <p:cNvPicPr>
            <a:picLocks noChangeAspect="1"/>
          </p:cNvPicPr>
          <p:nvPr userDrawn="1"/>
        </p:nvPicPr>
        <p:blipFill rotWithShape="1">
          <a:blip r:embed="rId4"/>
          <a:srcRect l="89462" t="33349" r="2752" b="54081"/>
          <a:stretch/>
        </p:blipFill>
        <p:spPr>
          <a:xfrm>
            <a:off x="8483790" y="2783075"/>
            <a:ext cx="655527" cy="767255"/>
          </a:xfrm>
          <a:prstGeom prst="rect">
            <a:avLst/>
          </a:prstGeom>
        </p:spPr>
      </p:pic>
      <p:pic>
        <p:nvPicPr>
          <p:cNvPr id="84" name="Imagen 2"/>
          <p:cNvPicPr>
            <a:picLocks noChangeAspect="1"/>
          </p:cNvPicPr>
          <p:nvPr userDrawn="1"/>
        </p:nvPicPr>
        <p:blipFill rotWithShape="1">
          <a:blip r:embed="rId4"/>
          <a:srcRect l="77496" t="35725" r="12994" b="51361"/>
          <a:stretch/>
        </p:blipFill>
        <p:spPr>
          <a:xfrm>
            <a:off x="7543190" y="2929157"/>
            <a:ext cx="800732" cy="788276"/>
          </a:xfrm>
          <a:prstGeom prst="rect">
            <a:avLst/>
          </a:prstGeom>
        </p:spPr>
      </p:pic>
      <p:pic>
        <p:nvPicPr>
          <p:cNvPr id="85" name="Imagen 2"/>
          <p:cNvPicPr>
            <a:picLocks noChangeAspect="1"/>
          </p:cNvPicPr>
          <p:nvPr userDrawn="1"/>
        </p:nvPicPr>
        <p:blipFill rotWithShape="1">
          <a:blip r:embed="rId4"/>
          <a:srcRect l="90353" t="78820" r="2656" b="6080"/>
          <a:stretch/>
        </p:blipFill>
        <p:spPr>
          <a:xfrm>
            <a:off x="8569815" y="5559972"/>
            <a:ext cx="588578" cy="921816"/>
          </a:xfrm>
          <a:prstGeom prst="rect">
            <a:avLst/>
          </a:prstGeom>
        </p:spPr>
      </p:pic>
      <p:sp>
        <p:nvSpPr>
          <p:cNvPr id="86" name="16 Subtítulo"/>
          <p:cNvSpPr>
            <a:spLocks noGrp="1"/>
          </p:cNvSpPr>
          <p:nvPr>
            <p:ph type="subTitle" idx="10" hasCustomPrompt="1"/>
          </p:nvPr>
        </p:nvSpPr>
        <p:spPr>
          <a:xfrm>
            <a:off x="712137" y="6025189"/>
            <a:ext cx="5867340" cy="816496"/>
          </a:xfrm>
          <a:prstGeom prst="rect">
            <a:avLst/>
          </a:prstGeom>
        </p:spPr>
        <p:txBody>
          <a:bodyPr lIns="0" rIns="18288" anchor="b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marR="45720" indent="0" algn="just">
              <a:spcBef>
                <a:spcPts val="0"/>
              </a:spcBef>
              <a:buNone/>
              <a:defRPr sz="24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dirty="0" smtClean="0"/>
              <a:t>Referencia</a:t>
            </a:r>
          </a:p>
          <a:p>
            <a:r>
              <a:rPr kumimoji="0" lang="es-ES" dirty="0" smtClean="0"/>
              <a:t>2016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390867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stático 5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 hasCustomPrompt="1"/>
          </p:nvPr>
        </p:nvSpPr>
        <p:spPr>
          <a:xfrm>
            <a:off x="179512" y="188640"/>
            <a:ext cx="5133614" cy="1152128"/>
          </a:xfrm>
          <a:prstGeom prst="rect">
            <a:avLst/>
          </a:prstGeom>
          <a:ln>
            <a:noFill/>
          </a:ln>
        </p:spPr>
        <p:txBody>
          <a:bodyPr vert="horz" tIns="0" rIns="18288" bIns="0" anchor="ctr" anchorCtr="0">
            <a:norm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36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kumimoji="0" lang="es-ES" dirty="0" smtClean="0"/>
              <a:t>TITULO</a:t>
            </a:r>
            <a:endParaRPr kumimoji="0" lang="en-US" dirty="0"/>
          </a:p>
        </p:txBody>
      </p:sp>
      <p:sp>
        <p:nvSpPr>
          <p:cNvPr id="17" name="16 Subtítulo"/>
          <p:cNvSpPr>
            <a:spLocks noGrp="1"/>
          </p:cNvSpPr>
          <p:nvPr>
            <p:ph type="subTitle" idx="1" hasCustomPrompt="1"/>
          </p:nvPr>
        </p:nvSpPr>
        <p:spPr>
          <a:xfrm>
            <a:off x="179512" y="6025189"/>
            <a:ext cx="8740752" cy="816496"/>
          </a:xfrm>
          <a:prstGeom prst="rect">
            <a:avLst/>
          </a:prstGeom>
        </p:spPr>
        <p:txBody>
          <a:bodyPr lIns="0" rIns="18288" anchor="b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marR="45720" indent="0" algn="just">
              <a:spcBef>
                <a:spcPts val="0"/>
              </a:spcBef>
              <a:buNone/>
              <a:defRPr sz="24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dirty="0" smtClean="0"/>
              <a:t>Referencia</a:t>
            </a:r>
          </a:p>
          <a:p>
            <a:r>
              <a:rPr kumimoji="0" lang="es-ES" dirty="0" smtClean="0"/>
              <a:t>2016</a:t>
            </a:r>
            <a:endParaRPr kumimoji="0" lang="en-US" dirty="0"/>
          </a:p>
        </p:txBody>
      </p:sp>
      <p:grpSp>
        <p:nvGrpSpPr>
          <p:cNvPr id="81" name="80 Grupo"/>
          <p:cNvGrpSpPr/>
          <p:nvPr userDrawn="1"/>
        </p:nvGrpSpPr>
        <p:grpSpPr>
          <a:xfrm>
            <a:off x="6608811" y="4651274"/>
            <a:ext cx="1549294" cy="1605566"/>
            <a:chOff x="6608811" y="4651274"/>
            <a:chExt cx="1549294" cy="1605566"/>
          </a:xfrm>
        </p:grpSpPr>
        <p:sp>
          <p:nvSpPr>
            <p:cNvPr id="82" name="81 Conector"/>
            <p:cNvSpPr/>
            <p:nvPr userDrawn="1"/>
          </p:nvSpPr>
          <p:spPr>
            <a:xfrm>
              <a:off x="7798105" y="4651274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3" name="82 Conector"/>
            <p:cNvSpPr/>
            <p:nvPr userDrawn="1"/>
          </p:nvSpPr>
          <p:spPr>
            <a:xfrm>
              <a:off x="7393222" y="5062942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4" name="83 Conector"/>
            <p:cNvSpPr/>
            <p:nvPr userDrawn="1"/>
          </p:nvSpPr>
          <p:spPr>
            <a:xfrm>
              <a:off x="7020758" y="5487333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5" name="84 Conector"/>
            <p:cNvSpPr/>
            <p:nvPr userDrawn="1"/>
          </p:nvSpPr>
          <p:spPr>
            <a:xfrm>
              <a:off x="6608811" y="5896840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86" name="85 Grupo"/>
          <p:cNvGrpSpPr/>
          <p:nvPr userDrawn="1"/>
        </p:nvGrpSpPr>
        <p:grpSpPr>
          <a:xfrm>
            <a:off x="5090961" y="577034"/>
            <a:ext cx="1560466" cy="1647949"/>
            <a:chOff x="5090961" y="577034"/>
            <a:chExt cx="1560466" cy="1647949"/>
          </a:xfrm>
        </p:grpSpPr>
        <p:sp>
          <p:nvSpPr>
            <p:cNvPr id="87" name="86 Conector"/>
            <p:cNvSpPr/>
            <p:nvPr userDrawn="1"/>
          </p:nvSpPr>
          <p:spPr>
            <a:xfrm>
              <a:off x="6291427" y="577034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8" name="87 Conector"/>
            <p:cNvSpPr/>
            <p:nvPr userDrawn="1"/>
          </p:nvSpPr>
          <p:spPr>
            <a:xfrm>
              <a:off x="5873097" y="1003890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9" name="88 Conector"/>
            <p:cNvSpPr/>
            <p:nvPr userDrawn="1"/>
          </p:nvSpPr>
          <p:spPr>
            <a:xfrm>
              <a:off x="5479405" y="1428582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0" name="89 Conector"/>
            <p:cNvSpPr/>
            <p:nvPr userDrawn="1"/>
          </p:nvSpPr>
          <p:spPr>
            <a:xfrm>
              <a:off x="5090961" y="1864983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91" name="90 Grupo"/>
          <p:cNvGrpSpPr/>
          <p:nvPr userDrawn="1"/>
        </p:nvGrpSpPr>
        <p:grpSpPr>
          <a:xfrm>
            <a:off x="2938823" y="2519805"/>
            <a:ext cx="1553393" cy="1635518"/>
            <a:chOff x="2938823" y="2519805"/>
            <a:chExt cx="1553393" cy="1635518"/>
          </a:xfrm>
        </p:grpSpPr>
        <p:sp>
          <p:nvSpPr>
            <p:cNvPr id="92" name="91 Conector"/>
            <p:cNvSpPr/>
            <p:nvPr userDrawn="1"/>
          </p:nvSpPr>
          <p:spPr>
            <a:xfrm rot="16396420">
              <a:off x="2938823" y="2519805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3" name="92 Conector"/>
            <p:cNvSpPr/>
            <p:nvPr userDrawn="1"/>
          </p:nvSpPr>
          <p:spPr>
            <a:xfrm rot="16396420">
              <a:off x="3334079" y="2948379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4" name="93 Conector"/>
            <p:cNvSpPr/>
            <p:nvPr userDrawn="1"/>
          </p:nvSpPr>
          <p:spPr>
            <a:xfrm rot="16396420">
              <a:off x="3752245" y="3365681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5" name="94 Conector"/>
            <p:cNvSpPr/>
            <p:nvPr userDrawn="1"/>
          </p:nvSpPr>
          <p:spPr>
            <a:xfrm rot="16396420">
              <a:off x="4132216" y="3795323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96" name="95 Grupo"/>
          <p:cNvGrpSpPr/>
          <p:nvPr userDrawn="1"/>
        </p:nvGrpSpPr>
        <p:grpSpPr>
          <a:xfrm>
            <a:off x="6471427" y="577034"/>
            <a:ext cx="1552628" cy="1633593"/>
            <a:chOff x="6471427" y="577034"/>
            <a:chExt cx="1552628" cy="1633593"/>
          </a:xfrm>
        </p:grpSpPr>
        <p:sp>
          <p:nvSpPr>
            <p:cNvPr id="97" name="96 Conector"/>
            <p:cNvSpPr/>
            <p:nvPr userDrawn="1"/>
          </p:nvSpPr>
          <p:spPr>
            <a:xfrm>
              <a:off x="6471427" y="1850627"/>
              <a:ext cx="360000" cy="360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8" name="97 Conector"/>
            <p:cNvSpPr/>
            <p:nvPr userDrawn="1"/>
          </p:nvSpPr>
          <p:spPr>
            <a:xfrm>
              <a:off x="6864802" y="1415699"/>
              <a:ext cx="360000" cy="360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9" name="98 Conector"/>
            <p:cNvSpPr/>
            <p:nvPr userDrawn="1"/>
          </p:nvSpPr>
          <p:spPr>
            <a:xfrm>
              <a:off x="7258833" y="1016570"/>
              <a:ext cx="360000" cy="360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0" name="99 Conector"/>
            <p:cNvSpPr/>
            <p:nvPr userDrawn="1"/>
          </p:nvSpPr>
          <p:spPr>
            <a:xfrm>
              <a:off x="7664055" y="577034"/>
              <a:ext cx="360000" cy="360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01" name="100 Grupo"/>
          <p:cNvGrpSpPr/>
          <p:nvPr userDrawn="1"/>
        </p:nvGrpSpPr>
        <p:grpSpPr>
          <a:xfrm>
            <a:off x="3704065" y="4568550"/>
            <a:ext cx="1566896" cy="1629411"/>
            <a:chOff x="3704065" y="4568550"/>
            <a:chExt cx="1566896" cy="1629411"/>
          </a:xfrm>
        </p:grpSpPr>
        <p:sp>
          <p:nvSpPr>
            <p:cNvPr id="102" name="101 Conector"/>
            <p:cNvSpPr/>
            <p:nvPr userDrawn="1"/>
          </p:nvSpPr>
          <p:spPr>
            <a:xfrm>
              <a:off x="3704065" y="5837961"/>
              <a:ext cx="360000" cy="360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3" name="102 Conector"/>
            <p:cNvSpPr/>
            <p:nvPr userDrawn="1"/>
          </p:nvSpPr>
          <p:spPr>
            <a:xfrm>
              <a:off x="4112034" y="5416758"/>
              <a:ext cx="360000" cy="360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4" name="103 Conector"/>
            <p:cNvSpPr/>
            <p:nvPr userDrawn="1"/>
          </p:nvSpPr>
          <p:spPr>
            <a:xfrm>
              <a:off x="4506524" y="4997299"/>
              <a:ext cx="360000" cy="360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5" name="104 Conector"/>
            <p:cNvSpPr/>
            <p:nvPr userDrawn="1"/>
          </p:nvSpPr>
          <p:spPr>
            <a:xfrm>
              <a:off x="4910961" y="4568550"/>
              <a:ext cx="360000" cy="360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06" name="105 Grupo"/>
          <p:cNvGrpSpPr/>
          <p:nvPr userDrawn="1"/>
        </p:nvGrpSpPr>
        <p:grpSpPr>
          <a:xfrm>
            <a:off x="894304" y="3428999"/>
            <a:ext cx="816541" cy="849720"/>
            <a:chOff x="894304" y="3428999"/>
            <a:chExt cx="816541" cy="849720"/>
          </a:xfrm>
        </p:grpSpPr>
        <p:sp>
          <p:nvSpPr>
            <p:cNvPr id="107" name="106 Conector"/>
            <p:cNvSpPr/>
            <p:nvPr userDrawn="1"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8" name="107 Conector"/>
            <p:cNvSpPr/>
            <p:nvPr userDrawn="1"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9" name="108 Conector"/>
            <p:cNvSpPr/>
            <p:nvPr userDrawn="1"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0" name="109 Conector"/>
            <p:cNvSpPr/>
            <p:nvPr userDrawn="1"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11" name="110 Grupo"/>
          <p:cNvGrpSpPr/>
          <p:nvPr userDrawn="1"/>
        </p:nvGrpSpPr>
        <p:grpSpPr>
          <a:xfrm>
            <a:off x="4319704" y="2515102"/>
            <a:ext cx="1553393" cy="1635518"/>
            <a:chOff x="2938823" y="2519805"/>
            <a:chExt cx="1553393" cy="1635518"/>
          </a:xfrm>
        </p:grpSpPr>
        <p:sp>
          <p:nvSpPr>
            <p:cNvPr id="112" name="111 Conector"/>
            <p:cNvSpPr/>
            <p:nvPr userDrawn="1"/>
          </p:nvSpPr>
          <p:spPr>
            <a:xfrm rot="16396420">
              <a:off x="2938823" y="2519805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3" name="112 Conector"/>
            <p:cNvSpPr/>
            <p:nvPr userDrawn="1"/>
          </p:nvSpPr>
          <p:spPr>
            <a:xfrm rot="16396420">
              <a:off x="3334079" y="2948379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4" name="113 Conector"/>
            <p:cNvSpPr/>
            <p:nvPr userDrawn="1"/>
          </p:nvSpPr>
          <p:spPr>
            <a:xfrm rot="16396420">
              <a:off x="3752245" y="3365681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5" name="114 Conector"/>
            <p:cNvSpPr/>
            <p:nvPr userDrawn="1"/>
          </p:nvSpPr>
          <p:spPr>
            <a:xfrm rot="16396420">
              <a:off x="4132216" y="3795323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16" name="115 Grupo"/>
          <p:cNvGrpSpPr/>
          <p:nvPr userDrawn="1"/>
        </p:nvGrpSpPr>
        <p:grpSpPr>
          <a:xfrm>
            <a:off x="1285779" y="4472193"/>
            <a:ext cx="807628" cy="845964"/>
            <a:chOff x="1285779" y="4472193"/>
            <a:chExt cx="807628" cy="845964"/>
          </a:xfrm>
        </p:grpSpPr>
        <p:sp>
          <p:nvSpPr>
            <p:cNvPr id="117" name="116 Conector"/>
            <p:cNvSpPr/>
            <p:nvPr userDrawn="1"/>
          </p:nvSpPr>
          <p:spPr>
            <a:xfrm>
              <a:off x="1285779" y="512015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8" name="117 Conector"/>
            <p:cNvSpPr/>
            <p:nvPr userDrawn="1"/>
          </p:nvSpPr>
          <p:spPr>
            <a:xfrm>
              <a:off x="1491673" y="4906988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9" name="118 Conector"/>
            <p:cNvSpPr/>
            <p:nvPr userDrawn="1"/>
          </p:nvSpPr>
          <p:spPr>
            <a:xfrm>
              <a:off x="1692941" y="468763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20" name="119 Conector"/>
            <p:cNvSpPr/>
            <p:nvPr userDrawn="1"/>
          </p:nvSpPr>
          <p:spPr>
            <a:xfrm>
              <a:off x="1895407" y="4472193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21" name="120 Grupo"/>
          <p:cNvGrpSpPr/>
          <p:nvPr userDrawn="1"/>
        </p:nvGrpSpPr>
        <p:grpSpPr>
          <a:xfrm>
            <a:off x="1590673" y="3428999"/>
            <a:ext cx="816541" cy="849720"/>
            <a:chOff x="894304" y="3428999"/>
            <a:chExt cx="816541" cy="849720"/>
          </a:xfrm>
        </p:grpSpPr>
        <p:sp>
          <p:nvSpPr>
            <p:cNvPr id="122" name="121 Conector"/>
            <p:cNvSpPr/>
            <p:nvPr userDrawn="1"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23" name="122 Conector"/>
            <p:cNvSpPr/>
            <p:nvPr userDrawn="1"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24" name="123 Conector"/>
            <p:cNvSpPr/>
            <p:nvPr userDrawn="1"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25" name="124 Conector"/>
            <p:cNvSpPr/>
            <p:nvPr userDrawn="1"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pic>
        <p:nvPicPr>
          <p:cNvPr id="1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877" y="2630723"/>
            <a:ext cx="1952625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165371" y="1380664"/>
            <a:ext cx="5146854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247355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stático 6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 hasCustomPrompt="1"/>
          </p:nvPr>
        </p:nvSpPr>
        <p:spPr>
          <a:xfrm>
            <a:off x="721546" y="1429966"/>
            <a:ext cx="6530592" cy="1261701"/>
          </a:xfrm>
          <a:prstGeom prst="rect">
            <a:avLst/>
          </a:prstGeom>
          <a:ln>
            <a:noFill/>
          </a:ln>
        </p:spPr>
        <p:txBody>
          <a:bodyPr vert="horz" tIns="0" rIns="18288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0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kumimoji="0" lang="es-ES" dirty="0" smtClean="0"/>
              <a:t>TITULO</a:t>
            </a:r>
            <a:endParaRPr kumimoji="0"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55269" y="122261"/>
            <a:ext cx="1952625" cy="12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" name="40 Grupo"/>
          <p:cNvGrpSpPr/>
          <p:nvPr userDrawn="1"/>
        </p:nvGrpSpPr>
        <p:grpSpPr>
          <a:xfrm>
            <a:off x="714897" y="2783075"/>
            <a:ext cx="614857" cy="683754"/>
            <a:chOff x="714897" y="2783075"/>
            <a:chExt cx="614857" cy="683754"/>
          </a:xfrm>
        </p:grpSpPr>
        <p:sp>
          <p:nvSpPr>
            <p:cNvPr id="6" name="5 Conector"/>
            <p:cNvSpPr/>
            <p:nvPr userDrawn="1"/>
          </p:nvSpPr>
          <p:spPr>
            <a:xfrm>
              <a:off x="71489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9" name="18 Conector"/>
            <p:cNvSpPr/>
            <p:nvPr userDrawn="1"/>
          </p:nvSpPr>
          <p:spPr>
            <a:xfrm>
              <a:off x="91439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7" name="26 Conector"/>
            <p:cNvSpPr/>
            <p:nvPr userDrawn="1"/>
          </p:nvSpPr>
          <p:spPr>
            <a:xfrm>
              <a:off x="113175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4" name="3 Grupo"/>
          <p:cNvGrpSpPr/>
          <p:nvPr userDrawn="1"/>
        </p:nvGrpSpPr>
        <p:grpSpPr>
          <a:xfrm>
            <a:off x="5556387" y="2783075"/>
            <a:ext cx="614857" cy="683754"/>
            <a:chOff x="5556387" y="2783075"/>
            <a:chExt cx="614857" cy="683754"/>
          </a:xfrm>
        </p:grpSpPr>
        <p:sp>
          <p:nvSpPr>
            <p:cNvPr id="18" name="17 Conector"/>
            <p:cNvSpPr/>
            <p:nvPr userDrawn="1"/>
          </p:nvSpPr>
          <p:spPr>
            <a:xfrm>
              <a:off x="555638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6" name="25 Conector"/>
            <p:cNvSpPr/>
            <p:nvPr userDrawn="1"/>
          </p:nvSpPr>
          <p:spPr>
            <a:xfrm>
              <a:off x="5758092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8" name="27 Conector"/>
            <p:cNvSpPr/>
            <p:nvPr userDrawn="1"/>
          </p:nvSpPr>
          <p:spPr>
            <a:xfrm>
              <a:off x="597324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40" name="39 Grupo"/>
          <p:cNvGrpSpPr/>
          <p:nvPr userDrawn="1"/>
        </p:nvGrpSpPr>
        <p:grpSpPr>
          <a:xfrm>
            <a:off x="1406538" y="2783075"/>
            <a:ext cx="614857" cy="683754"/>
            <a:chOff x="1406538" y="2783075"/>
            <a:chExt cx="614857" cy="683754"/>
          </a:xfrm>
        </p:grpSpPr>
        <p:sp>
          <p:nvSpPr>
            <p:cNvPr id="10" name="9 Conector"/>
            <p:cNvSpPr/>
            <p:nvPr userDrawn="1"/>
          </p:nvSpPr>
          <p:spPr>
            <a:xfrm>
              <a:off x="1406538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0" name="19 Conector"/>
            <p:cNvSpPr/>
            <p:nvPr userDrawn="1"/>
          </p:nvSpPr>
          <p:spPr>
            <a:xfrm>
              <a:off x="160635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9" name="28 Conector"/>
            <p:cNvSpPr/>
            <p:nvPr userDrawn="1"/>
          </p:nvSpPr>
          <p:spPr>
            <a:xfrm>
              <a:off x="1823395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7" name="36 Grupo"/>
          <p:cNvGrpSpPr/>
          <p:nvPr userDrawn="1"/>
        </p:nvGrpSpPr>
        <p:grpSpPr>
          <a:xfrm>
            <a:off x="3481461" y="2783075"/>
            <a:ext cx="614857" cy="683754"/>
            <a:chOff x="3481461" y="2783075"/>
            <a:chExt cx="614857" cy="683754"/>
          </a:xfrm>
        </p:grpSpPr>
        <p:sp>
          <p:nvSpPr>
            <p:cNvPr id="14" name="13 Conector"/>
            <p:cNvSpPr/>
            <p:nvPr userDrawn="1"/>
          </p:nvSpPr>
          <p:spPr>
            <a:xfrm>
              <a:off x="3481461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3" name="22 Conector"/>
            <p:cNvSpPr/>
            <p:nvPr userDrawn="1"/>
          </p:nvSpPr>
          <p:spPr>
            <a:xfrm>
              <a:off x="3682221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0" name="29 Conector"/>
            <p:cNvSpPr/>
            <p:nvPr userDrawn="1"/>
          </p:nvSpPr>
          <p:spPr>
            <a:xfrm>
              <a:off x="3898318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9" name="38 Grupo"/>
          <p:cNvGrpSpPr/>
          <p:nvPr userDrawn="1"/>
        </p:nvGrpSpPr>
        <p:grpSpPr>
          <a:xfrm>
            <a:off x="2098179" y="2783075"/>
            <a:ext cx="614857" cy="683754"/>
            <a:chOff x="2098179" y="2783075"/>
            <a:chExt cx="614857" cy="683754"/>
          </a:xfrm>
        </p:grpSpPr>
        <p:sp>
          <p:nvSpPr>
            <p:cNvPr id="11" name="10 Conector"/>
            <p:cNvSpPr/>
            <p:nvPr userDrawn="1"/>
          </p:nvSpPr>
          <p:spPr>
            <a:xfrm>
              <a:off x="2098179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1" name="20 Conector"/>
            <p:cNvSpPr/>
            <p:nvPr userDrawn="1"/>
          </p:nvSpPr>
          <p:spPr>
            <a:xfrm>
              <a:off x="2298309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1" name="30 Conector"/>
            <p:cNvSpPr/>
            <p:nvPr userDrawn="1"/>
          </p:nvSpPr>
          <p:spPr>
            <a:xfrm>
              <a:off x="2515036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6" name="35 Grupo"/>
          <p:cNvGrpSpPr/>
          <p:nvPr userDrawn="1"/>
        </p:nvGrpSpPr>
        <p:grpSpPr>
          <a:xfrm>
            <a:off x="4173102" y="2783075"/>
            <a:ext cx="614857" cy="683754"/>
            <a:chOff x="4173102" y="2783075"/>
            <a:chExt cx="614857" cy="683754"/>
          </a:xfrm>
        </p:grpSpPr>
        <p:sp>
          <p:nvSpPr>
            <p:cNvPr id="15" name="14 Conector"/>
            <p:cNvSpPr/>
            <p:nvPr userDrawn="1"/>
          </p:nvSpPr>
          <p:spPr>
            <a:xfrm>
              <a:off x="4173102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4" name="23 Conector"/>
            <p:cNvSpPr/>
            <p:nvPr userDrawn="1"/>
          </p:nvSpPr>
          <p:spPr>
            <a:xfrm>
              <a:off x="437417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2" name="31 Conector"/>
            <p:cNvSpPr/>
            <p:nvPr userDrawn="1"/>
          </p:nvSpPr>
          <p:spPr>
            <a:xfrm>
              <a:off x="4589959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8" name="37 Grupo"/>
          <p:cNvGrpSpPr/>
          <p:nvPr userDrawn="1"/>
        </p:nvGrpSpPr>
        <p:grpSpPr>
          <a:xfrm>
            <a:off x="2789820" y="2783075"/>
            <a:ext cx="614857" cy="683754"/>
            <a:chOff x="2789820" y="2783075"/>
            <a:chExt cx="614857" cy="683754"/>
          </a:xfrm>
        </p:grpSpPr>
        <p:sp>
          <p:nvSpPr>
            <p:cNvPr id="13" name="12 Conector"/>
            <p:cNvSpPr/>
            <p:nvPr userDrawn="1"/>
          </p:nvSpPr>
          <p:spPr>
            <a:xfrm>
              <a:off x="2789820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2" name="21 Conector"/>
            <p:cNvSpPr/>
            <p:nvPr userDrawn="1"/>
          </p:nvSpPr>
          <p:spPr>
            <a:xfrm>
              <a:off x="2990265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3" name="32 Conector"/>
            <p:cNvSpPr/>
            <p:nvPr userDrawn="1"/>
          </p:nvSpPr>
          <p:spPr>
            <a:xfrm>
              <a:off x="3206677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5" name="34 Grupo"/>
          <p:cNvGrpSpPr/>
          <p:nvPr userDrawn="1"/>
        </p:nvGrpSpPr>
        <p:grpSpPr>
          <a:xfrm>
            <a:off x="4864743" y="2783075"/>
            <a:ext cx="614857" cy="683754"/>
            <a:chOff x="4864743" y="2783075"/>
            <a:chExt cx="614857" cy="683754"/>
          </a:xfrm>
        </p:grpSpPr>
        <p:sp>
          <p:nvSpPr>
            <p:cNvPr id="16" name="15 Conector"/>
            <p:cNvSpPr/>
            <p:nvPr userDrawn="1"/>
          </p:nvSpPr>
          <p:spPr>
            <a:xfrm>
              <a:off x="4864743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5" name="24 Conector"/>
            <p:cNvSpPr/>
            <p:nvPr userDrawn="1"/>
          </p:nvSpPr>
          <p:spPr>
            <a:xfrm>
              <a:off x="506613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4" name="33 Conector"/>
            <p:cNvSpPr/>
            <p:nvPr userDrawn="1"/>
          </p:nvSpPr>
          <p:spPr>
            <a:xfrm>
              <a:off x="5281600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sp>
        <p:nvSpPr>
          <p:cNvPr id="17" name="16 Subtítulo"/>
          <p:cNvSpPr>
            <a:spLocks noGrp="1"/>
          </p:cNvSpPr>
          <p:nvPr>
            <p:ph type="subTitle" idx="1" hasCustomPrompt="1"/>
          </p:nvPr>
        </p:nvSpPr>
        <p:spPr>
          <a:xfrm>
            <a:off x="2614036" y="5963735"/>
            <a:ext cx="6401865" cy="816496"/>
          </a:xfrm>
          <a:prstGeom prst="rect">
            <a:avLst/>
          </a:prstGeom>
        </p:spPr>
        <p:txBody>
          <a:bodyPr lIns="0" rIns="18288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marR="45720" indent="0" algn="r">
              <a:spcBef>
                <a:spcPts val="0"/>
              </a:spcBef>
              <a:buNone/>
              <a:defRPr sz="24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dirty="0" smtClean="0"/>
              <a:t>Referencia</a:t>
            </a:r>
          </a:p>
          <a:p>
            <a:r>
              <a:rPr kumimoji="0" lang="es-ES" dirty="0" smtClean="0"/>
              <a:t>2016</a:t>
            </a:r>
            <a:endParaRPr kumimoji="0" lang="en-US" dirty="0"/>
          </a:p>
        </p:txBody>
      </p:sp>
      <p:pic>
        <p:nvPicPr>
          <p:cNvPr id="43" name="Imagen 2"/>
          <p:cNvPicPr>
            <a:picLocks noChangeAspect="1"/>
          </p:cNvPicPr>
          <p:nvPr userDrawn="1"/>
        </p:nvPicPr>
        <p:blipFill rotWithShape="1">
          <a:blip r:embed="rId3"/>
          <a:srcRect l="68698" t="80903" r="21441" b="3352"/>
          <a:stretch/>
        </p:blipFill>
        <p:spPr>
          <a:xfrm flipH="1">
            <a:off x="1139322" y="5936061"/>
            <a:ext cx="661274" cy="765427"/>
          </a:xfrm>
          <a:prstGeom prst="rect">
            <a:avLst/>
          </a:prstGeom>
        </p:spPr>
      </p:pic>
      <p:pic>
        <p:nvPicPr>
          <p:cNvPr id="44" name="Imagen 2"/>
          <p:cNvPicPr>
            <a:picLocks noChangeAspect="1"/>
          </p:cNvPicPr>
          <p:nvPr userDrawn="1"/>
        </p:nvPicPr>
        <p:blipFill rotWithShape="1">
          <a:blip r:embed="rId3"/>
          <a:srcRect l="80556" t="80903" r="10707" b="3352"/>
          <a:stretch/>
        </p:blipFill>
        <p:spPr>
          <a:xfrm>
            <a:off x="445751" y="6086561"/>
            <a:ext cx="585938" cy="765428"/>
          </a:xfrm>
          <a:prstGeom prst="rect">
            <a:avLst/>
          </a:prstGeom>
        </p:spPr>
      </p:pic>
      <p:pic>
        <p:nvPicPr>
          <p:cNvPr id="45" name="Imagen 2"/>
          <p:cNvPicPr>
            <a:picLocks noChangeAspect="1"/>
          </p:cNvPicPr>
          <p:nvPr userDrawn="1"/>
        </p:nvPicPr>
        <p:blipFill rotWithShape="1">
          <a:blip r:embed="rId3"/>
          <a:srcRect l="85173" t="65732" r="4716" b="21182"/>
          <a:stretch/>
        </p:blipFill>
        <p:spPr>
          <a:xfrm flipH="1">
            <a:off x="135882" y="5327573"/>
            <a:ext cx="678015" cy="636162"/>
          </a:xfrm>
          <a:prstGeom prst="rect">
            <a:avLst/>
          </a:prstGeom>
        </p:spPr>
      </p:pic>
      <p:pic>
        <p:nvPicPr>
          <p:cNvPr id="46" name="Imagen 2"/>
          <p:cNvPicPr>
            <a:picLocks noChangeAspect="1"/>
          </p:cNvPicPr>
          <p:nvPr userDrawn="1"/>
        </p:nvPicPr>
        <p:blipFill rotWithShape="1">
          <a:blip r:embed="rId3"/>
          <a:srcRect l="74625" t="66995" r="15947" b="19498"/>
          <a:stretch/>
        </p:blipFill>
        <p:spPr>
          <a:xfrm flipH="1">
            <a:off x="912897" y="5125284"/>
            <a:ext cx="632221" cy="656610"/>
          </a:xfrm>
          <a:prstGeom prst="rect">
            <a:avLst/>
          </a:prstGeom>
        </p:spPr>
      </p:pic>
      <p:pic>
        <p:nvPicPr>
          <p:cNvPr id="47" name="Imagen 2"/>
          <p:cNvPicPr>
            <a:picLocks noChangeAspect="1"/>
          </p:cNvPicPr>
          <p:nvPr userDrawn="1"/>
        </p:nvPicPr>
        <p:blipFill rotWithShape="1">
          <a:blip r:embed="rId3"/>
          <a:srcRect l="61317" t="63331" r="27315" b="22723"/>
          <a:stretch/>
        </p:blipFill>
        <p:spPr>
          <a:xfrm flipH="1">
            <a:off x="1592790" y="5103878"/>
            <a:ext cx="762301" cy="678015"/>
          </a:xfrm>
          <a:prstGeom prst="rect">
            <a:avLst/>
          </a:prstGeom>
        </p:spPr>
      </p:pic>
      <p:pic>
        <p:nvPicPr>
          <p:cNvPr id="48" name="Imagen 2"/>
          <p:cNvPicPr>
            <a:picLocks noChangeAspect="1"/>
          </p:cNvPicPr>
          <p:nvPr userDrawn="1"/>
        </p:nvPicPr>
        <p:blipFill rotWithShape="1">
          <a:blip r:embed="rId3"/>
          <a:srcRect l="65253" t="43902" r="24885" b="39410"/>
          <a:stretch/>
        </p:blipFill>
        <p:spPr>
          <a:xfrm flipH="1">
            <a:off x="1578301" y="4138562"/>
            <a:ext cx="661273" cy="811329"/>
          </a:xfrm>
          <a:prstGeom prst="rect">
            <a:avLst/>
          </a:prstGeom>
        </p:spPr>
      </p:pic>
      <p:pic>
        <p:nvPicPr>
          <p:cNvPr id="49" name="Imagen 2"/>
          <p:cNvPicPr>
            <a:picLocks noChangeAspect="1"/>
          </p:cNvPicPr>
          <p:nvPr userDrawn="1"/>
        </p:nvPicPr>
        <p:blipFill rotWithShape="1">
          <a:blip r:embed="rId3"/>
          <a:srcRect l="74429" t="51483" r="14586" b="35242"/>
          <a:stretch/>
        </p:blipFill>
        <p:spPr>
          <a:xfrm flipH="1">
            <a:off x="758041" y="4458472"/>
            <a:ext cx="736608" cy="645406"/>
          </a:xfrm>
          <a:prstGeom prst="rect">
            <a:avLst/>
          </a:prstGeom>
        </p:spPr>
      </p:pic>
      <p:pic>
        <p:nvPicPr>
          <p:cNvPr id="50" name="Imagen 2"/>
          <p:cNvPicPr>
            <a:picLocks noChangeAspect="1"/>
          </p:cNvPicPr>
          <p:nvPr userDrawn="1"/>
        </p:nvPicPr>
        <p:blipFill rotWithShape="1">
          <a:blip r:embed="rId3"/>
          <a:srcRect l="87467" t="48726" r="3484" b="36019"/>
          <a:stretch/>
        </p:blipFill>
        <p:spPr>
          <a:xfrm flipH="1">
            <a:off x="0" y="4478931"/>
            <a:ext cx="606807" cy="741642"/>
          </a:xfrm>
          <a:prstGeom prst="rect">
            <a:avLst/>
          </a:prstGeom>
        </p:spPr>
      </p:pic>
      <p:pic>
        <p:nvPicPr>
          <p:cNvPr id="52" name="Imagen 2"/>
          <p:cNvPicPr>
            <a:picLocks noChangeAspect="1"/>
          </p:cNvPicPr>
          <p:nvPr userDrawn="1"/>
        </p:nvPicPr>
        <p:blipFill rotWithShape="1">
          <a:blip r:embed="rId3"/>
          <a:srcRect l="77496" t="35725" r="12994" b="51361"/>
          <a:stretch/>
        </p:blipFill>
        <p:spPr>
          <a:xfrm>
            <a:off x="625823" y="3584999"/>
            <a:ext cx="637712" cy="627792"/>
          </a:xfrm>
          <a:prstGeom prst="rect">
            <a:avLst/>
          </a:prstGeom>
        </p:spPr>
      </p:pic>
      <p:pic>
        <p:nvPicPr>
          <p:cNvPr id="53" name="Imagen 2"/>
          <p:cNvPicPr>
            <a:picLocks noChangeAspect="1"/>
          </p:cNvPicPr>
          <p:nvPr userDrawn="1"/>
        </p:nvPicPr>
        <p:blipFill rotWithShape="1">
          <a:blip r:embed="rId3"/>
          <a:srcRect l="90353" t="78820" r="2656" b="6080"/>
          <a:stretch/>
        </p:blipFill>
        <p:spPr>
          <a:xfrm flipH="1">
            <a:off x="-25021" y="5936061"/>
            <a:ext cx="468750" cy="734144"/>
          </a:xfrm>
          <a:prstGeom prst="rect">
            <a:avLst/>
          </a:prstGeom>
        </p:spPr>
      </p:pic>
      <p:grpSp>
        <p:nvGrpSpPr>
          <p:cNvPr id="2" name="1 Grupo"/>
          <p:cNvGrpSpPr/>
          <p:nvPr userDrawn="1"/>
        </p:nvGrpSpPr>
        <p:grpSpPr>
          <a:xfrm>
            <a:off x="0" y="3713909"/>
            <a:ext cx="522069" cy="611050"/>
            <a:chOff x="5269565" y="4544227"/>
            <a:chExt cx="522069" cy="611050"/>
          </a:xfrm>
        </p:grpSpPr>
        <p:pic>
          <p:nvPicPr>
            <p:cNvPr id="51" name="Imagen 2"/>
            <p:cNvPicPr>
              <a:picLocks noChangeAspect="1"/>
            </p:cNvPicPr>
            <p:nvPr userDrawn="1"/>
          </p:nvPicPr>
          <p:blipFill rotWithShape="1">
            <a:blip r:embed="rId3"/>
            <a:srcRect l="89462" t="33349" r="2752" b="54081"/>
            <a:stretch/>
          </p:blipFill>
          <p:spPr>
            <a:xfrm flipH="1">
              <a:off x="5269565" y="4544227"/>
              <a:ext cx="522069" cy="611050"/>
            </a:xfrm>
            <a:prstGeom prst="rect">
              <a:avLst/>
            </a:prstGeom>
          </p:spPr>
        </p:pic>
        <p:pic>
          <p:nvPicPr>
            <p:cNvPr id="54" name="Imagen 2"/>
            <p:cNvPicPr>
              <a:picLocks noChangeAspect="1"/>
            </p:cNvPicPr>
            <p:nvPr userDrawn="1"/>
          </p:nvPicPr>
          <p:blipFill rotWithShape="1">
            <a:blip r:embed="rId3"/>
            <a:srcRect l="91576" t="36284" r="3293" b="56996"/>
            <a:stretch/>
          </p:blipFill>
          <p:spPr>
            <a:xfrm>
              <a:off x="5343045" y="4672836"/>
              <a:ext cx="344032" cy="326669"/>
            </a:xfrm>
            <a:prstGeom prst="rect">
              <a:avLst/>
            </a:prstGeom>
          </p:spPr>
        </p:pic>
      </p:grpSp>
      <p:sp>
        <p:nvSpPr>
          <p:cNvPr id="57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3481461" y="3624399"/>
            <a:ext cx="5525905" cy="700560"/>
          </a:xfrm>
          <a:prstGeom prst="rect">
            <a:avLst/>
          </a:prstGeom>
        </p:spPr>
        <p:txBody>
          <a:bodyPr lIns="45720" rIns="45720"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 algn="ctr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533953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7337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8105840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0740" y="1825625"/>
            <a:ext cx="4184110" cy="4497354"/>
          </a:xfrm>
        </p:spPr>
        <p:txBody>
          <a:bodyPr/>
          <a:lstStyle/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174382" cy="449735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8343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284" y="365126"/>
            <a:ext cx="8501975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285" y="1681163"/>
            <a:ext cx="418689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1285" y="2505075"/>
            <a:ext cx="4186897" cy="381790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41938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4193837" cy="381790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1163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5901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9041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eño personalizado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138" y="3053286"/>
            <a:ext cx="23717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23 Grupo"/>
          <p:cNvGrpSpPr/>
          <p:nvPr userDrawn="1"/>
        </p:nvGrpSpPr>
        <p:grpSpPr>
          <a:xfrm>
            <a:off x="6185954" y="2739986"/>
            <a:ext cx="625428" cy="650841"/>
            <a:chOff x="894304" y="3428999"/>
            <a:chExt cx="816541" cy="849720"/>
          </a:xfrm>
        </p:grpSpPr>
        <p:sp>
          <p:nvSpPr>
            <p:cNvPr id="25" name="24 Conector"/>
            <p:cNvSpPr/>
            <p:nvPr userDrawn="1"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6" name="25 Conector"/>
            <p:cNvSpPr/>
            <p:nvPr userDrawn="1"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7" name="26 Conector"/>
            <p:cNvSpPr/>
            <p:nvPr userDrawn="1"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8" name="27 Conector"/>
            <p:cNvSpPr/>
            <p:nvPr userDrawn="1"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29" name="28 Grupo"/>
          <p:cNvGrpSpPr/>
          <p:nvPr userDrawn="1"/>
        </p:nvGrpSpPr>
        <p:grpSpPr>
          <a:xfrm>
            <a:off x="6494660" y="3514240"/>
            <a:ext cx="618601" cy="647964"/>
            <a:chOff x="1285779" y="4472193"/>
            <a:chExt cx="807628" cy="845964"/>
          </a:xfrm>
        </p:grpSpPr>
        <p:sp>
          <p:nvSpPr>
            <p:cNvPr id="30" name="29 Conector"/>
            <p:cNvSpPr/>
            <p:nvPr userDrawn="1"/>
          </p:nvSpPr>
          <p:spPr>
            <a:xfrm>
              <a:off x="1285779" y="512015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1" name="30 Conector"/>
            <p:cNvSpPr/>
            <p:nvPr userDrawn="1"/>
          </p:nvSpPr>
          <p:spPr>
            <a:xfrm>
              <a:off x="1491673" y="4906988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2" name="31 Conector"/>
            <p:cNvSpPr/>
            <p:nvPr userDrawn="1"/>
          </p:nvSpPr>
          <p:spPr>
            <a:xfrm>
              <a:off x="1692941" y="468763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3" name="32 Conector"/>
            <p:cNvSpPr/>
            <p:nvPr userDrawn="1"/>
          </p:nvSpPr>
          <p:spPr>
            <a:xfrm>
              <a:off x="1895407" y="4472193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34" name="33 Grupo"/>
          <p:cNvGrpSpPr/>
          <p:nvPr userDrawn="1"/>
        </p:nvGrpSpPr>
        <p:grpSpPr>
          <a:xfrm>
            <a:off x="6694065" y="2739986"/>
            <a:ext cx="625428" cy="650841"/>
            <a:chOff x="894304" y="3428999"/>
            <a:chExt cx="816541" cy="849720"/>
          </a:xfrm>
        </p:grpSpPr>
        <p:sp>
          <p:nvSpPr>
            <p:cNvPr id="35" name="34 Conector"/>
            <p:cNvSpPr/>
            <p:nvPr userDrawn="1"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6" name="35 Conector"/>
            <p:cNvSpPr/>
            <p:nvPr userDrawn="1"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7" name="36 Conector"/>
            <p:cNvSpPr/>
            <p:nvPr userDrawn="1"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8" name="37 Conector"/>
            <p:cNvSpPr/>
            <p:nvPr userDrawn="1"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9" name="38 CuadroTexto"/>
          <p:cNvSpPr txBox="1"/>
          <p:nvPr userDrawn="1"/>
        </p:nvSpPr>
        <p:spPr>
          <a:xfrm>
            <a:off x="315662" y="6516115"/>
            <a:ext cx="15812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s-PE" sz="800" b="0" kern="1200" spc="0" baseline="0" dirty="0" smtClean="0">
                <a:solidFill>
                  <a:srgbClr val="9AD3F0"/>
                </a:solidFill>
                <a:latin typeface="Candara" panose="020E0502030303020204" pitchFamily="34" charset="0"/>
                <a:ea typeface="+mn-ea"/>
                <a:cs typeface="+mn-cs"/>
              </a:rPr>
              <a:t>www.cibertec.edu.pe</a:t>
            </a:r>
          </a:p>
        </p:txBody>
      </p:sp>
      <p:graphicFrame>
        <p:nvGraphicFramePr>
          <p:cNvPr id="3" name="2 Tabla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0195082"/>
              </p:ext>
            </p:extLst>
          </p:nvPr>
        </p:nvGraphicFramePr>
        <p:xfrm>
          <a:off x="165370" y="4755775"/>
          <a:ext cx="88132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7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3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MIRAFLORES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Calle Diez Canseco </a:t>
                      </a:r>
                      <a:r>
                        <a:rPr lang="es-PE" sz="90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Cdra</a:t>
                      </a:r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2 / Pasaje</a:t>
                      </a:r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Tello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Miraflores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INDEPENDENCIA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Carlos Izaguirre 233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Independencia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BREÑA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</a:t>
                      </a:r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Brasil 714 – 792 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(CC La Rambla – Piso 3)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Breña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TRUJILLO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Calle Borgoño 361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Trujillo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(044) 60-2000</a:t>
                      </a:r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SAN JUAN DE LURIGANCHO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Próceres de la Independencia 3023-3043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San Juan de Lurigancho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 smtClean="0"/>
                    </a:p>
                    <a:p>
                      <a:pPr algn="ctr"/>
                      <a:endParaRPr lang="es-PE" sz="90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SAN MIGUEL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Federico </a:t>
                      </a:r>
                      <a:r>
                        <a:rPr lang="es-PE" sz="90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Gallese</a:t>
                      </a:r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847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San Miguel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632-4900</a:t>
                      </a:r>
                      <a:endParaRPr lang="es-PE" sz="900" dirty="0" smtClean="0"/>
                    </a:p>
                    <a:p>
                      <a:pPr algn="ctr"/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BELLAVISTA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Mariscal Oscar R. </a:t>
                      </a:r>
                      <a:r>
                        <a:rPr lang="es-PE" sz="90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Benvides</a:t>
                      </a:r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3866 – 4070 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(CC Mall Aventura Plaza)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Bellavista – Callao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AREQUIPA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</a:t>
                      </a:r>
                      <a:r>
                        <a:rPr lang="es-PE" sz="90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Porongoche</a:t>
                      </a:r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500 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(CC Mall Aventura Plaza)</a:t>
                      </a:r>
                    </a:p>
                    <a:p>
                      <a:pPr algn="ctr"/>
                      <a:r>
                        <a:rPr lang="es-PE" sz="900" baseline="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Paucarpata</a:t>
                      </a:r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- Arequipa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(054) 60-3535</a:t>
                      </a:r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1517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animado 1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2563" y="263769"/>
            <a:ext cx="5826680" cy="3246194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 smtClean="0"/>
              <a:t>TITULO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3771" y="5938345"/>
            <a:ext cx="5835474" cy="830317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kumimoji="0" lang="en-US" sz="2200" b="1" kern="1200" cap="none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s-ES" dirty="0" smtClean="0"/>
              <a:t>Referencia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s-ES" dirty="0" smtClean="0"/>
              <a:t>2016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68805" y="613807"/>
            <a:ext cx="1952625" cy="12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n 2"/>
          <p:cNvPicPr>
            <a:picLocks noChangeAspect="1"/>
          </p:cNvPicPr>
          <p:nvPr userDrawn="1"/>
        </p:nvPicPr>
        <p:blipFill rotWithShape="1">
          <a:blip r:embed="rId3"/>
          <a:srcRect l="68698" t="80903" r="21441" b="3352"/>
          <a:stretch/>
        </p:blipFill>
        <p:spPr>
          <a:xfrm>
            <a:off x="6810703" y="5710825"/>
            <a:ext cx="830318" cy="961096"/>
          </a:xfrm>
          <a:prstGeom prst="rect">
            <a:avLst/>
          </a:prstGeom>
        </p:spPr>
      </p:pic>
      <p:pic>
        <p:nvPicPr>
          <p:cNvPr id="11" name="Imagen 2"/>
          <p:cNvPicPr>
            <a:picLocks noChangeAspect="1"/>
          </p:cNvPicPr>
          <p:nvPr userDrawn="1"/>
        </p:nvPicPr>
        <p:blipFill rotWithShape="1">
          <a:blip r:embed="rId3"/>
          <a:srcRect l="80556" t="80903" r="10707" b="3352"/>
          <a:stretch/>
        </p:blipFill>
        <p:spPr>
          <a:xfrm>
            <a:off x="7767144" y="5693841"/>
            <a:ext cx="735723" cy="961096"/>
          </a:xfrm>
          <a:prstGeom prst="rect">
            <a:avLst/>
          </a:prstGeom>
        </p:spPr>
      </p:pic>
      <p:pic>
        <p:nvPicPr>
          <p:cNvPr id="12" name="Imagen 2"/>
          <p:cNvPicPr>
            <a:picLocks noChangeAspect="1"/>
          </p:cNvPicPr>
          <p:nvPr userDrawn="1"/>
        </p:nvPicPr>
        <p:blipFill rotWithShape="1">
          <a:blip r:embed="rId3"/>
          <a:srcRect l="85173" t="65732" r="4716" b="21182"/>
          <a:stretch/>
        </p:blipFill>
        <p:spPr>
          <a:xfrm>
            <a:off x="8144146" y="4761186"/>
            <a:ext cx="851338" cy="798786"/>
          </a:xfrm>
          <a:prstGeom prst="rect">
            <a:avLst/>
          </a:prstGeom>
        </p:spPr>
      </p:pic>
      <p:pic>
        <p:nvPicPr>
          <p:cNvPr id="13" name="Imagen 2"/>
          <p:cNvPicPr>
            <a:picLocks noChangeAspect="1"/>
          </p:cNvPicPr>
          <p:nvPr userDrawn="1"/>
        </p:nvPicPr>
        <p:blipFill rotWithShape="1">
          <a:blip r:embed="rId3"/>
          <a:srcRect l="74625" t="66995" r="15947" b="19498"/>
          <a:stretch/>
        </p:blipFill>
        <p:spPr>
          <a:xfrm>
            <a:off x="7283668" y="4869381"/>
            <a:ext cx="793837" cy="824460"/>
          </a:xfrm>
          <a:prstGeom prst="rect">
            <a:avLst/>
          </a:prstGeom>
        </p:spPr>
      </p:pic>
      <p:pic>
        <p:nvPicPr>
          <p:cNvPr id="14" name="Imagen 2"/>
          <p:cNvPicPr>
            <a:picLocks noChangeAspect="1"/>
          </p:cNvPicPr>
          <p:nvPr userDrawn="1"/>
        </p:nvPicPr>
        <p:blipFill rotWithShape="1">
          <a:blip r:embed="rId3"/>
          <a:srcRect l="61317" t="63331" r="27315" b="22723"/>
          <a:stretch/>
        </p:blipFill>
        <p:spPr>
          <a:xfrm>
            <a:off x="6184118" y="4608787"/>
            <a:ext cx="957170" cy="851338"/>
          </a:xfrm>
          <a:prstGeom prst="rect">
            <a:avLst/>
          </a:prstGeom>
        </p:spPr>
      </p:pic>
      <p:pic>
        <p:nvPicPr>
          <p:cNvPr id="15" name="Imagen 2"/>
          <p:cNvPicPr>
            <a:picLocks noChangeAspect="1"/>
          </p:cNvPicPr>
          <p:nvPr userDrawn="1"/>
        </p:nvPicPr>
        <p:blipFill rotWithShape="1">
          <a:blip r:embed="rId3"/>
          <a:srcRect l="65253" t="43902" r="24885" b="39410"/>
          <a:stretch/>
        </p:blipFill>
        <p:spPr>
          <a:xfrm>
            <a:off x="6437584" y="3436709"/>
            <a:ext cx="830316" cy="1018731"/>
          </a:xfrm>
          <a:prstGeom prst="rect">
            <a:avLst/>
          </a:prstGeom>
        </p:spPr>
      </p:pic>
      <p:pic>
        <p:nvPicPr>
          <p:cNvPr id="16" name="Imagen 2"/>
          <p:cNvPicPr>
            <a:picLocks noChangeAspect="1"/>
          </p:cNvPicPr>
          <p:nvPr userDrawn="1"/>
        </p:nvPicPr>
        <p:blipFill rotWithShape="1">
          <a:blip r:embed="rId3"/>
          <a:srcRect l="74429" t="51483" r="14586" b="35242"/>
          <a:stretch/>
        </p:blipFill>
        <p:spPr>
          <a:xfrm>
            <a:off x="7278411" y="3880310"/>
            <a:ext cx="924909" cy="810393"/>
          </a:xfrm>
          <a:prstGeom prst="rect">
            <a:avLst/>
          </a:prstGeom>
        </p:spPr>
      </p:pic>
      <p:pic>
        <p:nvPicPr>
          <p:cNvPr id="17" name="Imagen 2"/>
          <p:cNvPicPr>
            <a:picLocks noChangeAspect="1"/>
          </p:cNvPicPr>
          <p:nvPr userDrawn="1"/>
        </p:nvPicPr>
        <p:blipFill rotWithShape="1">
          <a:blip r:embed="rId3"/>
          <a:srcRect l="87467" t="48726" r="3484" b="36019"/>
          <a:stretch/>
        </p:blipFill>
        <p:spPr>
          <a:xfrm>
            <a:off x="8375454" y="3738453"/>
            <a:ext cx="761927" cy="931230"/>
          </a:xfrm>
          <a:prstGeom prst="rect">
            <a:avLst/>
          </a:prstGeom>
        </p:spPr>
      </p:pic>
      <p:pic>
        <p:nvPicPr>
          <p:cNvPr id="18" name="Imagen 2"/>
          <p:cNvPicPr>
            <a:picLocks noChangeAspect="1"/>
          </p:cNvPicPr>
          <p:nvPr userDrawn="1"/>
        </p:nvPicPr>
        <p:blipFill rotWithShape="1">
          <a:blip r:embed="rId3"/>
          <a:srcRect l="89462" t="33349" r="2752" b="54081"/>
          <a:stretch/>
        </p:blipFill>
        <p:spPr>
          <a:xfrm>
            <a:off x="8483790" y="2783075"/>
            <a:ext cx="655527" cy="767255"/>
          </a:xfrm>
          <a:prstGeom prst="rect">
            <a:avLst/>
          </a:prstGeom>
        </p:spPr>
      </p:pic>
      <p:pic>
        <p:nvPicPr>
          <p:cNvPr id="19" name="Imagen 2"/>
          <p:cNvPicPr>
            <a:picLocks noChangeAspect="1"/>
          </p:cNvPicPr>
          <p:nvPr userDrawn="1"/>
        </p:nvPicPr>
        <p:blipFill rotWithShape="1">
          <a:blip r:embed="rId3"/>
          <a:srcRect l="77496" t="35725" r="12994" b="51361"/>
          <a:stretch/>
        </p:blipFill>
        <p:spPr>
          <a:xfrm>
            <a:off x="7543190" y="2929157"/>
            <a:ext cx="800732" cy="788276"/>
          </a:xfrm>
          <a:prstGeom prst="rect">
            <a:avLst/>
          </a:prstGeom>
        </p:spPr>
      </p:pic>
      <p:pic>
        <p:nvPicPr>
          <p:cNvPr id="20" name="Imagen 2"/>
          <p:cNvPicPr>
            <a:picLocks noChangeAspect="1"/>
          </p:cNvPicPr>
          <p:nvPr userDrawn="1"/>
        </p:nvPicPr>
        <p:blipFill rotWithShape="1">
          <a:blip r:embed="rId3"/>
          <a:srcRect l="90353" t="78820" r="2656" b="6080"/>
          <a:stretch/>
        </p:blipFill>
        <p:spPr>
          <a:xfrm>
            <a:off x="8569815" y="5559972"/>
            <a:ext cx="588578" cy="921816"/>
          </a:xfrm>
          <a:prstGeom prst="rect">
            <a:avLst/>
          </a:prstGeom>
        </p:spPr>
      </p:pic>
      <p:sp>
        <p:nvSpPr>
          <p:cNvPr id="23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272325" y="3540935"/>
            <a:ext cx="5823676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08996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6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26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3" presetID="26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9" presetID="26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5" presetID="26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235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2850"/>
                            </p:stCondLst>
                            <p:childTnLst>
                              <p:par>
                                <p:cTn id="1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3350"/>
                            </p:stCondLst>
                            <p:childTnLst>
                              <p:par>
                                <p:cTn id="1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3850"/>
                            </p:stCondLst>
                            <p:childTnLst>
                              <p:par>
                                <p:cTn id="1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4350"/>
                            </p:stCondLst>
                            <p:childTnLst>
                              <p:par>
                                <p:cTn id="19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0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animado 2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2759" y="5982631"/>
            <a:ext cx="6399945" cy="853402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kumimoji="0" lang="en-US" sz="2200" b="1" kern="1200" cap="none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s-ES" dirty="0" smtClean="0"/>
              <a:t>Referencia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s-ES" dirty="0" smtClean="0"/>
              <a:t>2016</a:t>
            </a:r>
            <a:endParaRPr lang="en-US" dirty="0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 rotWithShape="1">
          <a:blip r:embed="rId2"/>
          <a:srcRect r="39262"/>
          <a:stretch/>
        </p:blipFill>
        <p:spPr>
          <a:xfrm>
            <a:off x="344140" y="4761186"/>
            <a:ext cx="1951588" cy="409124"/>
          </a:xfrm>
          <a:prstGeom prst="rect">
            <a:avLst/>
          </a:prstGeom>
        </p:spPr>
      </p:pic>
      <p:pic>
        <p:nvPicPr>
          <p:cNvPr id="9" name="Imagen 2"/>
          <p:cNvPicPr>
            <a:picLocks noChangeAspect="1"/>
          </p:cNvPicPr>
          <p:nvPr userDrawn="1"/>
        </p:nvPicPr>
        <p:blipFill rotWithShape="1">
          <a:blip r:embed="rId3"/>
          <a:srcRect l="68698" t="80903" r="21441" b="3352"/>
          <a:stretch/>
        </p:blipFill>
        <p:spPr>
          <a:xfrm>
            <a:off x="6810703" y="5710825"/>
            <a:ext cx="830318" cy="961096"/>
          </a:xfrm>
          <a:prstGeom prst="rect">
            <a:avLst/>
          </a:prstGeom>
        </p:spPr>
      </p:pic>
      <p:pic>
        <p:nvPicPr>
          <p:cNvPr id="10" name="Imagen 2"/>
          <p:cNvPicPr>
            <a:picLocks noChangeAspect="1"/>
          </p:cNvPicPr>
          <p:nvPr userDrawn="1"/>
        </p:nvPicPr>
        <p:blipFill rotWithShape="1">
          <a:blip r:embed="rId3"/>
          <a:srcRect l="80556" t="80903" r="10707" b="3352"/>
          <a:stretch/>
        </p:blipFill>
        <p:spPr>
          <a:xfrm>
            <a:off x="7767144" y="5693841"/>
            <a:ext cx="735723" cy="961096"/>
          </a:xfrm>
          <a:prstGeom prst="rect">
            <a:avLst/>
          </a:prstGeom>
        </p:spPr>
      </p:pic>
      <p:pic>
        <p:nvPicPr>
          <p:cNvPr id="11" name="Imagen 2"/>
          <p:cNvPicPr>
            <a:picLocks noChangeAspect="1"/>
          </p:cNvPicPr>
          <p:nvPr userDrawn="1"/>
        </p:nvPicPr>
        <p:blipFill rotWithShape="1">
          <a:blip r:embed="rId3"/>
          <a:srcRect l="85173" t="65732" r="4716" b="21182"/>
          <a:stretch/>
        </p:blipFill>
        <p:spPr>
          <a:xfrm>
            <a:off x="8144146" y="4761186"/>
            <a:ext cx="851338" cy="798786"/>
          </a:xfrm>
          <a:prstGeom prst="rect">
            <a:avLst/>
          </a:prstGeom>
        </p:spPr>
      </p:pic>
      <p:pic>
        <p:nvPicPr>
          <p:cNvPr id="12" name="Imagen 2"/>
          <p:cNvPicPr>
            <a:picLocks noChangeAspect="1"/>
          </p:cNvPicPr>
          <p:nvPr userDrawn="1"/>
        </p:nvPicPr>
        <p:blipFill rotWithShape="1">
          <a:blip r:embed="rId3"/>
          <a:srcRect l="74625" t="66995" r="15947" b="19498"/>
          <a:stretch/>
        </p:blipFill>
        <p:spPr>
          <a:xfrm>
            <a:off x="7283668" y="4869381"/>
            <a:ext cx="793837" cy="824460"/>
          </a:xfrm>
          <a:prstGeom prst="rect">
            <a:avLst/>
          </a:prstGeom>
        </p:spPr>
      </p:pic>
      <p:pic>
        <p:nvPicPr>
          <p:cNvPr id="13" name="Imagen 2"/>
          <p:cNvPicPr>
            <a:picLocks noChangeAspect="1"/>
          </p:cNvPicPr>
          <p:nvPr userDrawn="1"/>
        </p:nvPicPr>
        <p:blipFill rotWithShape="1">
          <a:blip r:embed="rId3"/>
          <a:srcRect l="61317" t="63331" r="27315" b="22723"/>
          <a:stretch/>
        </p:blipFill>
        <p:spPr>
          <a:xfrm>
            <a:off x="6184118" y="4608787"/>
            <a:ext cx="957170" cy="851338"/>
          </a:xfrm>
          <a:prstGeom prst="rect">
            <a:avLst/>
          </a:prstGeom>
        </p:spPr>
      </p:pic>
      <p:pic>
        <p:nvPicPr>
          <p:cNvPr id="14" name="Imagen 2"/>
          <p:cNvPicPr>
            <a:picLocks noChangeAspect="1"/>
          </p:cNvPicPr>
          <p:nvPr userDrawn="1"/>
        </p:nvPicPr>
        <p:blipFill rotWithShape="1">
          <a:blip r:embed="rId3"/>
          <a:srcRect l="65253" t="43902" r="24885" b="39410"/>
          <a:stretch/>
        </p:blipFill>
        <p:spPr>
          <a:xfrm>
            <a:off x="6437584" y="3436709"/>
            <a:ext cx="830316" cy="1018731"/>
          </a:xfrm>
          <a:prstGeom prst="rect">
            <a:avLst/>
          </a:prstGeom>
        </p:spPr>
      </p:pic>
      <p:pic>
        <p:nvPicPr>
          <p:cNvPr id="15" name="Imagen 2"/>
          <p:cNvPicPr>
            <a:picLocks noChangeAspect="1"/>
          </p:cNvPicPr>
          <p:nvPr userDrawn="1"/>
        </p:nvPicPr>
        <p:blipFill rotWithShape="1">
          <a:blip r:embed="rId3"/>
          <a:srcRect l="74429" t="51483" r="14586" b="35242"/>
          <a:stretch/>
        </p:blipFill>
        <p:spPr>
          <a:xfrm>
            <a:off x="7278411" y="3880310"/>
            <a:ext cx="924909" cy="810393"/>
          </a:xfrm>
          <a:prstGeom prst="rect">
            <a:avLst/>
          </a:prstGeom>
        </p:spPr>
      </p:pic>
      <p:pic>
        <p:nvPicPr>
          <p:cNvPr id="16" name="Imagen 2"/>
          <p:cNvPicPr>
            <a:picLocks noChangeAspect="1"/>
          </p:cNvPicPr>
          <p:nvPr userDrawn="1"/>
        </p:nvPicPr>
        <p:blipFill rotWithShape="1">
          <a:blip r:embed="rId3"/>
          <a:srcRect l="87467" t="48726" r="3484" b="36019"/>
          <a:stretch/>
        </p:blipFill>
        <p:spPr>
          <a:xfrm>
            <a:off x="8375454" y="3738453"/>
            <a:ext cx="761927" cy="931230"/>
          </a:xfrm>
          <a:prstGeom prst="rect">
            <a:avLst/>
          </a:prstGeom>
        </p:spPr>
      </p:pic>
      <p:pic>
        <p:nvPicPr>
          <p:cNvPr id="17" name="Imagen 2"/>
          <p:cNvPicPr>
            <a:picLocks noChangeAspect="1"/>
          </p:cNvPicPr>
          <p:nvPr userDrawn="1"/>
        </p:nvPicPr>
        <p:blipFill rotWithShape="1">
          <a:blip r:embed="rId3"/>
          <a:srcRect l="89462" t="33349" r="2752" b="54081"/>
          <a:stretch/>
        </p:blipFill>
        <p:spPr>
          <a:xfrm>
            <a:off x="8483790" y="2783075"/>
            <a:ext cx="655527" cy="767255"/>
          </a:xfrm>
          <a:prstGeom prst="rect">
            <a:avLst/>
          </a:prstGeom>
        </p:spPr>
      </p:pic>
      <p:pic>
        <p:nvPicPr>
          <p:cNvPr id="18" name="Imagen 2"/>
          <p:cNvPicPr>
            <a:picLocks noChangeAspect="1"/>
          </p:cNvPicPr>
          <p:nvPr userDrawn="1"/>
        </p:nvPicPr>
        <p:blipFill rotWithShape="1">
          <a:blip r:embed="rId3"/>
          <a:srcRect l="77496" t="35725" r="12994" b="51361"/>
          <a:stretch/>
        </p:blipFill>
        <p:spPr>
          <a:xfrm>
            <a:off x="7543190" y="2929157"/>
            <a:ext cx="800732" cy="788276"/>
          </a:xfrm>
          <a:prstGeom prst="rect">
            <a:avLst/>
          </a:prstGeom>
        </p:spPr>
      </p:pic>
      <p:pic>
        <p:nvPicPr>
          <p:cNvPr id="19" name="Imagen 2"/>
          <p:cNvPicPr>
            <a:picLocks noChangeAspect="1"/>
          </p:cNvPicPr>
          <p:nvPr userDrawn="1"/>
        </p:nvPicPr>
        <p:blipFill rotWithShape="1">
          <a:blip r:embed="rId3"/>
          <a:srcRect l="90353" t="78820" r="2656" b="6080"/>
          <a:stretch/>
        </p:blipFill>
        <p:spPr>
          <a:xfrm>
            <a:off x="8569815" y="5559972"/>
            <a:ext cx="588578" cy="9218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2562" y="263769"/>
            <a:ext cx="7077807" cy="3246194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 smtClean="0"/>
              <a:t>TITULO</a:t>
            </a:r>
            <a:endParaRPr lang="en-US" dirty="0"/>
          </a:p>
        </p:txBody>
      </p:sp>
      <p:sp>
        <p:nvSpPr>
          <p:cNvPr id="20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272325" y="3540935"/>
            <a:ext cx="5823676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497973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000"/>
                            </p:stCondLst>
                            <p:childTnLst>
                              <p:par>
                                <p:cTn id="8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/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animado 3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2" descr="http://imagenes.universia.net/gc/net/images/universidades/c/ca/car/carrusel-cibertec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97" y="3717433"/>
            <a:ext cx="4347846" cy="208596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91375" y="97277"/>
            <a:ext cx="1952625" cy="12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8 Título"/>
          <p:cNvSpPr>
            <a:spLocks noGrp="1"/>
          </p:cNvSpPr>
          <p:nvPr>
            <p:ph type="ctrTitle" hasCustomPrompt="1"/>
          </p:nvPr>
        </p:nvSpPr>
        <p:spPr>
          <a:xfrm>
            <a:off x="721546" y="645732"/>
            <a:ext cx="6469829" cy="1572986"/>
          </a:xfrm>
          <a:ln>
            <a:noFill/>
          </a:ln>
        </p:spPr>
        <p:txBody>
          <a:bodyPr vert="horz" tIns="0" rIns="18288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4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kumimoji="0" lang="es-ES" dirty="0" smtClean="0"/>
              <a:t>TÍTULO</a:t>
            </a:r>
            <a:endParaRPr kumimoji="0" lang="en-US" dirty="0"/>
          </a:p>
        </p:txBody>
      </p:sp>
      <p:grpSp>
        <p:nvGrpSpPr>
          <p:cNvPr id="49" name="48 Grupo"/>
          <p:cNvGrpSpPr/>
          <p:nvPr userDrawn="1"/>
        </p:nvGrpSpPr>
        <p:grpSpPr>
          <a:xfrm>
            <a:off x="714897" y="2783075"/>
            <a:ext cx="614857" cy="683754"/>
            <a:chOff x="714897" y="2783075"/>
            <a:chExt cx="614857" cy="683754"/>
          </a:xfrm>
        </p:grpSpPr>
        <p:sp>
          <p:nvSpPr>
            <p:cNvPr id="53" name="52 Conector"/>
            <p:cNvSpPr/>
            <p:nvPr userDrawn="1"/>
          </p:nvSpPr>
          <p:spPr>
            <a:xfrm>
              <a:off x="71489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4" name="53 Conector"/>
            <p:cNvSpPr/>
            <p:nvPr userDrawn="1"/>
          </p:nvSpPr>
          <p:spPr>
            <a:xfrm>
              <a:off x="91439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5" name="54 Conector"/>
            <p:cNvSpPr/>
            <p:nvPr userDrawn="1"/>
          </p:nvSpPr>
          <p:spPr>
            <a:xfrm>
              <a:off x="113175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56" name="55 Grupo"/>
          <p:cNvGrpSpPr/>
          <p:nvPr userDrawn="1"/>
        </p:nvGrpSpPr>
        <p:grpSpPr>
          <a:xfrm>
            <a:off x="5556387" y="2783075"/>
            <a:ext cx="614857" cy="683754"/>
            <a:chOff x="5556387" y="2783075"/>
            <a:chExt cx="614857" cy="683754"/>
          </a:xfrm>
        </p:grpSpPr>
        <p:sp>
          <p:nvSpPr>
            <p:cNvPr id="57" name="56 Conector"/>
            <p:cNvSpPr/>
            <p:nvPr userDrawn="1"/>
          </p:nvSpPr>
          <p:spPr>
            <a:xfrm>
              <a:off x="555638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8" name="57 Conector"/>
            <p:cNvSpPr/>
            <p:nvPr userDrawn="1"/>
          </p:nvSpPr>
          <p:spPr>
            <a:xfrm>
              <a:off x="5758092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9" name="58 Conector"/>
            <p:cNvSpPr/>
            <p:nvPr userDrawn="1"/>
          </p:nvSpPr>
          <p:spPr>
            <a:xfrm>
              <a:off x="597324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0" name="59 Grupo"/>
          <p:cNvGrpSpPr/>
          <p:nvPr userDrawn="1"/>
        </p:nvGrpSpPr>
        <p:grpSpPr>
          <a:xfrm>
            <a:off x="1406538" y="2783075"/>
            <a:ext cx="614857" cy="683754"/>
            <a:chOff x="1406538" y="2783075"/>
            <a:chExt cx="614857" cy="683754"/>
          </a:xfrm>
        </p:grpSpPr>
        <p:sp>
          <p:nvSpPr>
            <p:cNvPr id="61" name="60 Conector"/>
            <p:cNvSpPr/>
            <p:nvPr userDrawn="1"/>
          </p:nvSpPr>
          <p:spPr>
            <a:xfrm>
              <a:off x="1406538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2" name="61 Conector"/>
            <p:cNvSpPr/>
            <p:nvPr userDrawn="1"/>
          </p:nvSpPr>
          <p:spPr>
            <a:xfrm>
              <a:off x="160635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3" name="62 Conector"/>
            <p:cNvSpPr/>
            <p:nvPr userDrawn="1"/>
          </p:nvSpPr>
          <p:spPr>
            <a:xfrm>
              <a:off x="1823395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4" name="63 Grupo"/>
          <p:cNvGrpSpPr/>
          <p:nvPr userDrawn="1"/>
        </p:nvGrpSpPr>
        <p:grpSpPr>
          <a:xfrm>
            <a:off x="3481461" y="2783075"/>
            <a:ext cx="614857" cy="683754"/>
            <a:chOff x="3481461" y="2783075"/>
            <a:chExt cx="614857" cy="683754"/>
          </a:xfrm>
        </p:grpSpPr>
        <p:sp>
          <p:nvSpPr>
            <p:cNvPr id="65" name="64 Conector"/>
            <p:cNvSpPr/>
            <p:nvPr userDrawn="1"/>
          </p:nvSpPr>
          <p:spPr>
            <a:xfrm>
              <a:off x="3481461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6" name="65 Conector"/>
            <p:cNvSpPr/>
            <p:nvPr userDrawn="1"/>
          </p:nvSpPr>
          <p:spPr>
            <a:xfrm>
              <a:off x="3682221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7" name="66 Conector"/>
            <p:cNvSpPr/>
            <p:nvPr userDrawn="1"/>
          </p:nvSpPr>
          <p:spPr>
            <a:xfrm>
              <a:off x="3898318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8" name="67 Grupo"/>
          <p:cNvGrpSpPr/>
          <p:nvPr userDrawn="1"/>
        </p:nvGrpSpPr>
        <p:grpSpPr>
          <a:xfrm>
            <a:off x="2098179" y="2783075"/>
            <a:ext cx="614857" cy="683754"/>
            <a:chOff x="2098179" y="2783075"/>
            <a:chExt cx="614857" cy="683754"/>
          </a:xfrm>
        </p:grpSpPr>
        <p:sp>
          <p:nvSpPr>
            <p:cNvPr id="69" name="68 Conector"/>
            <p:cNvSpPr/>
            <p:nvPr userDrawn="1"/>
          </p:nvSpPr>
          <p:spPr>
            <a:xfrm>
              <a:off x="2098179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0" name="69 Conector"/>
            <p:cNvSpPr/>
            <p:nvPr userDrawn="1"/>
          </p:nvSpPr>
          <p:spPr>
            <a:xfrm>
              <a:off x="2298309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1" name="70 Conector"/>
            <p:cNvSpPr/>
            <p:nvPr userDrawn="1"/>
          </p:nvSpPr>
          <p:spPr>
            <a:xfrm>
              <a:off x="2515036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72" name="71 Grupo"/>
          <p:cNvGrpSpPr/>
          <p:nvPr userDrawn="1"/>
        </p:nvGrpSpPr>
        <p:grpSpPr>
          <a:xfrm>
            <a:off x="4173102" y="2783075"/>
            <a:ext cx="614857" cy="683754"/>
            <a:chOff x="4173102" y="2783075"/>
            <a:chExt cx="614857" cy="683754"/>
          </a:xfrm>
        </p:grpSpPr>
        <p:sp>
          <p:nvSpPr>
            <p:cNvPr id="73" name="72 Conector"/>
            <p:cNvSpPr/>
            <p:nvPr userDrawn="1"/>
          </p:nvSpPr>
          <p:spPr>
            <a:xfrm>
              <a:off x="4173102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4" name="73 Conector"/>
            <p:cNvSpPr/>
            <p:nvPr userDrawn="1"/>
          </p:nvSpPr>
          <p:spPr>
            <a:xfrm>
              <a:off x="437417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5" name="74 Conector"/>
            <p:cNvSpPr/>
            <p:nvPr userDrawn="1"/>
          </p:nvSpPr>
          <p:spPr>
            <a:xfrm>
              <a:off x="4589959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76" name="75 Grupo"/>
          <p:cNvGrpSpPr/>
          <p:nvPr userDrawn="1"/>
        </p:nvGrpSpPr>
        <p:grpSpPr>
          <a:xfrm>
            <a:off x="2789820" y="2783075"/>
            <a:ext cx="614857" cy="683754"/>
            <a:chOff x="2789820" y="2783075"/>
            <a:chExt cx="614857" cy="683754"/>
          </a:xfrm>
        </p:grpSpPr>
        <p:sp>
          <p:nvSpPr>
            <p:cNvPr id="77" name="76 Conector"/>
            <p:cNvSpPr/>
            <p:nvPr userDrawn="1"/>
          </p:nvSpPr>
          <p:spPr>
            <a:xfrm>
              <a:off x="2789820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8" name="77 Conector"/>
            <p:cNvSpPr/>
            <p:nvPr userDrawn="1"/>
          </p:nvSpPr>
          <p:spPr>
            <a:xfrm>
              <a:off x="2990265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9" name="78 Conector"/>
            <p:cNvSpPr/>
            <p:nvPr userDrawn="1"/>
          </p:nvSpPr>
          <p:spPr>
            <a:xfrm>
              <a:off x="3206677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80" name="79 Grupo"/>
          <p:cNvGrpSpPr/>
          <p:nvPr userDrawn="1"/>
        </p:nvGrpSpPr>
        <p:grpSpPr>
          <a:xfrm>
            <a:off x="4864743" y="2783075"/>
            <a:ext cx="614857" cy="683754"/>
            <a:chOff x="4864743" y="2783075"/>
            <a:chExt cx="614857" cy="683754"/>
          </a:xfrm>
        </p:grpSpPr>
        <p:sp>
          <p:nvSpPr>
            <p:cNvPr id="81" name="80 Conector"/>
            <p:cNvSpPr/>
            <p:nvPr userDrawn="1"/>
          </p:nvSpPr>
          <p:spPr>
            <a:xfrm>
              <a:off x="4864743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2" name="81 Conector"/>
            <p:cNvSpPr/>
            <p:nvPr userDrawn="1"/>
          </p:nvSpPr>
          <p:spPr>
            <a:xfrm>
              <a:off x="506613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3" name="82 Conector"/>
            <p:cNvSpPr/>
            <p:nvPr userDrawn="1"/>
          </p:nvSpPr>
          <p:spPr>
            <a:xfrm>
              <a:off x="5281600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pic>
        <p:nvPicPr>
          <p:cNvPr id="84" name="Imagen 2"/>
          <p:cNvPicPr>
            <a:picLocks noChangeAspect="1"/>
          </p:cNvPicPr>
          <p:nvPr userDrawn="1"/>
        </p:nvPicPr>
        <p:blipFill rotWithShape="1">
          <a:blip r:embed="rId4"/>
          <a:srcRect l="68698" t="80903" r="21441" b="3352"/>
          <a:stretch/>
        </p:blipFill>
        <p:spPr>
          <a:xfrm>
            <a:off x="6810703" y="5710825"/>
            <a:ext cx="830318" cy="961096"/>
          </a:xfrm>
          <a:prstGeom prst="rect">
            <a:avLst/>
          </a:prstGeom>
        </p:spPr>
      </p:pic>
      <p:pic>
        <p:nvPicPr>
          <p:cNvPr id="85" name="Imagen 2"/>
          <p:cNvPicPr>
            <a:picLocks noChangeAspect="1"/>
          </p:cNvPicPr>
          <p:nvPr userDrawn="1"/>
        </p:nvPicPr>
        <p:blipFill rotWithShape="1">
          <a:blip r:embed="rId4"/>
          <a:srcRect l="80556" t="80903" r="10707" b="3352"/>
          <a:stretch/>
        </p:blipFill>
        <p:spPr>
          <a:xfrm>
            <a:off x="7767144" y="5693841"/>
            <a:ext cx="735723" cy="961096"/>
          </a:xfrm>
          <a:prstGeom prst="rect">
            <a:avLst/>
          </a:prstGeom>
        </p:spPr>
      </p:pic>
      <p:pic>
        <p:nvPicPr>
          <p:cNvPr id="86" name="Imagen 2"/>
          <p:cNvPicPr>
            <a:picLocks noChangeAspect="1"/>
          </p:cNvPicPr>
          <p:nvPr userDrawn="1"/>
        </p:nvPicPr>
        <p:blipFill rotWithShape="1">
          <a:blip r:embed="rId4"/>
          <a:srcRect l="85173" t="65732" r="4716" b="21182"/>
          <a:stretch/>
        </p:blipFill>
        <p:spPr>
          <a:xfrm>
            <a:off x="8144146" y="4761186"/>
            <a:ext cx="851338" cy="798786"/>
          </a:xfrm>
          <a:prstGeom prst="rect">
            <a:avLst/>
          </a:prstGeom>
        </p:spPr>
      </p:pic>
      <p:pic>
        <p:nvPicPr>
          <p:cNvPr id="87" name="Imagen 2"/>
          <p:cNvPicPr>
            <a:picLocks noChangeAspect="1"/>
          </p:cNvPicPr>
          <p:nvPr userDrawn="1"/>
        </p:nvPicPr>
        <p:blipFill rotWithShape="1">
          <a:blip r:embed="rId4"/>
          <a:srcRect l="74625" t="66995" r="15947" b="19498"/>
          <a:stretch/>
        </p:blipFill>
        <p:spPr>
          <a:xfrm>
            <a:off x="7283668" y="4869381"/>
            <a:ext cx="793837" cy="824460"/>
          </a:xfrm>
          <a:prstGeom prst="rect">
            <a:avLst/>
          </a:prstGeom>
        </p:spPr>
      </p:pic>
      <p:pic>
        <p:nvPicPr>
          <p:cNvPr id="88" name="Imagen 2"/>
          <p:cNvPicPr>
            <a:picLocks noChangeAspect="1"/>
          </p:cNvPicPr>
          <p:nvPr userDrawn="1"/>
        </p:nvPicPr>
        <p:blipFill rotWithShape="1">
          <a:blip r:embed="rId4"/>
          <a:srcRect l="61317" t="63331" r="27315" b="22723"/>
          <a:stretch/>
        </p:blipFill>
        <p:spPr>
          <a:xfrm>
            <a:off x="6184118" y="4608787"/>
            <a:ext cx="957170" cy="851338"/>
          </a:xfrm>
          <a:prstGeom prst="rect">
            <a:avLst/>
          </a:prstGeom>
        </p:spPr>
      </p:pic>
      <p:pic>
        <p:nvPicPr>
          <p:cNvPr id="89" name="Imagen 2"/>
          <p:cNvPicPr>
            <a:picLocks noChangeAspect="1"/>
          </p:cNvPicPr>
          <p:nvPr userDrawn="1"/>
        </p:nvPicPr>
        <p:blipFill rotWithShape="1">
          <a:blip r:embed="rId4"/>
          <a:srcRect l="65253" t="43902" r="24885" b="39410"/>
          <a:stretch/>
        </p:blipFill>
        <p:spPr>
          <a:xfrm>
            <a:off x="6437584" y="3436709"/>
            <a:ext cx="830316" cy="1018731"/>
          </a:xfrm>
          <a:prstGeom prst="rect">
            <a:avLst/>
          </a:prstGeom>
        </p:spPr>
      </p:pic>
      <p:pic>
        <p:nvPicPr>
          <p:cNvPr id="90" name="Imagen 2"/>
          <p:cNvPicPr>
            <a:picLocks noChangeAspect="1"/>
          </p:cNvPicPr>
          <p:nvPr userDrawn="1"/>
        </p:nvPicPr>
        <p:blipFill rotWithShape="1">
          <a:blip r:embed="rId4"/>
          <a:srcRect l="74429" t="51483" r="14586" b="35242"/>
          <a:stretch/>
        </p:blipFill>
        <p:spPr>
          <a:xfrm>
            <a:off x="7278411" y="3880310"/>
            <a:ext cx="924909" cy="810393"/>
          </a:xfrm>
          <a:prstGeom prst="rect">
            <a:avLst/>
          </a:prstGeom>
        </p:spPr>
      </p:pic>
      <p:pic>
        <p:nvPicPr>
          <p:cNvPr id="91" name="Imagen 2"/>
          <p:cNvPicPr>
            <a:picLocks noChangeAspect="1"/>
          </p:cNvPicPr>
          <p:nvPr userDrawn="1"/>
        </p:nvPicPr>
        <p:blipFill rotWithShape="1">
          <a:blip r:embed="rId4"/>
          <a:srcRect l="87467" t="48726" r="3484" b="36019"/>
          <a:stretch/>
        </p:blipFill>
        <p:spPr>
          <a:xfrm>
            <a:off x="8375454" y="3738453"/>
            <a:ext cx="761927" cy="931230"/>
          </a:xfrm>
          <a:prstGeom prst="rect">
            <a:avLst/>
          </a:prstGeom>
        </p:spPr>
      </p:pic>
      <p:pic>
        <p:nvPicPr>
          <p:cNvPr id="92" name="Imagen 2"/>
          <p:cNvPicPr>
            <a:picLocks noChangeAspect="1"/>
          </p:cNvPicPr>
          <p:nvPr userDrawn="1"/>
        </p:nvPicPr>
        <p:blipFill rotWithShape="1">
          <a:blip r:embed="rId4"/>
          <a:srcRect l="89462" t="33349" r="2752" b="54081"/>
          <a:stretch/>
        </p:blipFill>
        <p:spPr>
          <a:xfrm>
            <a:off x="8483790" y="2783075"/>
            <a:ext cx="655527" cy="767255"/>
          </a:xfrm>
          <a:prstGeom prst="rect">
            <a:avLst/>
          </a:prstGeom>
        </p:spPr>
      </p:pic>
      <p:pic>
        <p:nvPicPr>
          <p:cNvPr id="93" name="Imagen 2"/>
          <p:cNvPicPr>
            <a:picLocks noChangeAspect="1"/>
          </p:cNvPicPr>
          <p:nvPr userDrawn="1"/>
        </p:nvPicPr>
        <p:blipFill rotWithShape="1">
          <a:blip r:embed="rId4"/>
          <a:srcRect l="77496" t="35725" r="12994" b="51361"/>
          <a:stretch/>
        </p:blipFill>
        <p:spPr>
          <a:xfrm>
            <a:off x="7543190" y="2929157"/>
            <a:ext cx="800732" cy="788276"/>
          </a:xfrm>
          <a:prstGeom prst="rect">
            <a:avLst/>
          </a:prstGeom>
        </p:spPr>
      </p:pic>
      <p:pic>
        <p:nvPicPr>
          <p:cNvPr id="94" name="Imagen 2"/>
          <p:cNvPicPr>
            <a:picLocks noChangeAspect="1"/>
          </p:cNvPicPr>
          <p:nvPr userDrawn="1"/>
        </p:nvPicPr>
        <p:blipFill rotWithShape="1">
          <a:blip r:embed="rId4"/>
          <a:srcRect l="90353" t="78820" r="2656" b="6080"/>
          <a:stretch/>
        </p:blipFill>
        <p:spPr>
          <a:xfrm>
            <a:off x="8569815" y="5559972"/>
            <a:ext cx="588578" cy="921816"/>
          </a:xfrm>
          <a:prstGeom prst="rect">
            <a:avLst/>
          </a:prstGeom>
        </p:spPr>
      </p:pic>
      <p:sp>
        <p:nvSpPr>
          <p:cNvPr id="95" name="16 Subtítulo"/>
          <p:cNvSpPr>
            <a:spLocks noGrp="1"/>
          </p:cNvSpPr>
          <p:nvPr>
            <p:ph type="subTitle" idx="1" hasCustomPrompt="1"/>
          </p:nvPr>
        </p:nvSpPr>
        <p:spPr>
          <a:xfrm>
            <a:off x="714896" y="6025189"/>
            <a:ext cx="5947807" cy="816496"/>
          </a:xfrm>
          <a:prstGeom prst="rect">
            <a:avLst/>
          </a:prstGeom>
        </p:spPr>
        <p:txBody>
          <a:bodyPr lIns="0" rIns="18288" anchor="b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marR="45720" indent="0" algn="just">
              <a:spcBef>
                <a:spcPts val="0"/>
              </a:spcBef>
              <a:buNone/>
              <a:defRPr kumimoji="0" lang="en-US" sz="2200" b="1" kern="1200" cap="none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kumimoji="0" lang="es-ES" dirty="0" smtClean="0"/>
              <a:t>Referencia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kumimoji="0" lang="es-ES" dirty="0" smtClean="0"/>
              <a:t>2016</a:t>
            </a:r>
            <a:endParaRPr kumimoji="0" lang="en-US" dirty="0"/>
          </a:p>
        </p:txBody>
      </p:sp>
      <p:sp>
        <p:nvSpPr>
          <p:cNvPr id="96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732682" y="2267483"/>
            <a:ext cx="6458693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5632816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5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500"/>
                            </p:stCondLst>
                            <p:childTnLst>
                              <p:par>
                                <p:cTn id="126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animado 4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91375" y="97277"/>
            <a:ext cx="1952625" cy="12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732682" y="2267483"/>
            <a:ext cx="6458693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  <p:pic>
        <p:nvPicPr>
          <p:cNvPr id="2050" name="Picture 2" descr="http://www.movistar.com.pe/documents/10182/1119302/png_bannerD_cibertec.png/a4030f5d-7f46-48fa-99b0-66f25ff07bc9?t=142567872038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37" y="3830464"/>
            <a:ext cx="2967324" cy="194411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8 Título"/>
          <p:cNvSpPr>
            <a:spLocks noGrp="1"/>
          </p:cNvSpPr>
          <p:nvPr>
            <p:ph type="ctrTitle" hasCustomPrompt="1"/>
          </p:nvPr>
        </p:nvSpPr>
        <p:spPr>
          <a:xfrm>
            <a:off x="721546" y="620110"/>
            <a:ext cx="6469829" cy="1606787"/>
          </a:xfrm>
          <a:prstGeom prst="rect">
            <a:avLst/>
          </a:prstGeom>
          <a:ln>
            <a:noFill/>
          </a:ln>
        </p:spPr>
        <p:txBody>
          <a:bodyPr vert="horz" tIns="0" rIns="18288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4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kumimoji="0" lang="es-ES" dirty="0" smtClean="0"/>
              <a:t>TÍTULO</a:t>
            </a:r>
            <a:endParaRPr kumimoji="0" lang="en-US" dirty="0"/>
          </a:p>
        </p:txBody>
      </p:sp>
      <p:grpSp>
        <p:nvGrpSpPr>
          <p:cNvPr id="42" name="41 Grupo"/>
          <p:cNvGrpSpPr/>
          <p:nvPr userDrawn="1"/>
        </p:nvGrpSpPr>
        <p:grpSpPr>
          <a:xfrm>
            <a:off x="714897" y="2783075"/>
            <a:ext cx="614857" cy="683754"/>
            <a:chOff x="714897" y="2783075"/>
            <a:chExt cx="614857" cy="683754"/>
          </a:xfrm>
        </p:grpSpPr>
        <p:sp>
          <p:nvSpPr>
            <p:cNvPr id="43" name="42 Conector"/>
            <p:cNvSpPr/>
            <p:nvPr userDrawn="1"/>
          </p:nvSpPr>
          <p:spPr>
            <a:xfrm>
              <a:off x="71489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44" name="43 Conector"/>
            <p:cNvSpPr/>
            <p:nvPr userDrawn="1"/>
          </p:nvSpPr>
          <p:spPr>
            <a:xfrm>
              <a:off x="91439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45" name="44 Conector"/>
            <p:cNvSpPr/>
            <p:nvPr userDrawn="1"/>
          </p:nvSpPr>
          <p:spPr>
            <a:xfrm>
              <a:off x="113175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46" name="45 Grupo"/>
          <p:cNvGrpSpPr/>
          <p:nvPr userDrawn="1"/>
        </p:nvGrpSpPr>
        <p:grpSpPr>
          <a:xfrm>
            <a:off x="5556387" y="2783075"/>
            <a:ext cx="614857" cy="683754"/>
            <a:chOff x="5556387" y="2783075"/>
            <a:chExt cx="614857" cy="683754"/>
          </a:xfrm>
        </p:grpSpPr>
        <p:sp>
          <p:nvSpPr>
            <p:cNvPr id="48" name="47 Conector"/>
            <p:cNvSpPr/>
            <p:nvPr userDrawn="1"/>
          </p:nvSpPr>
          <p:spPr>
            <a:xfrm>
              <a:off x="555638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49" name="48 Conector"/>
            <p:cNvSpPr/>
            <p:nvPr userDrawn="1"/>
          </p:nvSpPr>
          <p:spPr>
            <a:xfrm>
              <a:off x="5758092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0" name="49 Conector"/>
            <p:cNvSpPr/>
            <p:nvPr userDrawn="1"/>
          </p:nvSpPr>
          <p:spPr>
            <a:xfrm>
              <a:off x="597324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51" name="50 Grupo"/>
          <p:cNvGrpSpPr/>
          <p:nvPr userDrawn="1"/>
        </p:nvGrpSpPr>
        <p:grpSpPr>
          <a:xfrm>
            <a:off x="1406538" y="2783075"/>
            <a:ext cx="614857" cy="683754"/>
            <a:chOff x="1406538" y="2783075"/>
            <a:chExt cx="614857" cy="683754"/>
          </a:xfrm>
        </p:grpSpPr>
        <p:sp>
          <p:nvSpPr>
            <p:cNvPr id="52" name="51 Conector"/>
            <p:cNvSpPr/>
            <p:nvPr userDrawn="1"/>
          </p:nvSpPr>
          <p:spPr>
            <a:xfrm>
              <a:off x="1406538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3" name="52 Conector"/>
            <p:cNvSpPr/>
            <p:nvPr userDrawn="1"/>
          </p:nvSpPr>
          <p:spPr>
            <a:xfrm>
              <a:off x="160635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4" name="53 Conector"/>
            <p:cNvSpPr/>
            <p:nvPr userDrawn="1"/>
          </p:nvSpPr>
          <p:spPr>
            <a:xfrm>
              <a:off x="1823395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55" name="54 Grupo"/>
          <p:cNvGrpSpPr/>
          <p:nvPr userDrawn="1"/>
        </p:nvGrpSpPr>
        <p:grpSpPr>
          <a:xfrm>
            <a:off x="3481461" y="2783075"/>
            <a:ext cx="614857" cy="683754"/>
            <a:chOff x="3481461" y="2783075"/>
            <a:chExt cx="614857" cy="683754"/>
          </a:xfrm>
        </p:grpSpPr>
        <p:sp>
          <p:nvSpPr>
            <p:cNvPr id="56" name="55 Conector"/>
            <p:cNvSpPr/>
            <p:nvPr userDrawn="1"/>
          </p:nvSpPr>
          <p:spPr>
            <a:xfrm>
              <a:off x="3481461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7" name="56 Conector"/>
            <p:cNvSpPr/>
            <p:nvPr userDrawn="1"/>
          </p:nvSpPr>
          <p:spPr>
            <a:xfrm>
              <a:off x="3682221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58" name="57 Conector"/>
            <p:cNvSpPr/>
            <p:nvPr userDrawn="1"/>
          </p:nvSpPr>
          <p:spPr>
            <a:xfrm>
              <a:off x="3898318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59" name="58 Grupo"/>
          <p:cNvGrpSpPr/>
          <p:nvPr userDrawn="1"/>
        </p:nvGrpSpPr>
        <p:grpSpPr>
          <a:xfrm>
            <a:off x="2098179" y="2783075"/>
            <a:ext cx="614857" cy="683754"/>
            <a:chOff x="2098179" y="2783075"/>
            <a:chExt cx="614857" cy="683754"/>
          </a:xfrm>
        </p:grpSpPr>
        <p:sp>
          <p:nvSpPr>
            <p:cNvPr id="60" name="59 Conector"/>
            <p:cNvSpPr/>
            <p:nvPr userDrawn="1"/>
          </p:nvSpPr>
          <p:spPr>
            <a:xfrm>
              <a:off x="2098179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1" name="60 Conector"/>
            <p:cNvSpPr/>
            <p:nvPr userDrawn="1"/>
          </p:nvSpPr>
          <p:spPr>
            <a:xfrm>
              <a:off x="2298309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2" name="61 Conector"/>
            <p:cNvSpPr/>
            <p:nvPr userDrawn="1"/>
          </p:nvSpPr>
          <p:spPr>
            <a:xfrm>
              <a:off x="2515036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3" name="62 Grupo"/>
          <p:cNvGrpSpPr/>
          <p:nvPr userDrawn="1"/>
        </p:nvGrpSpPr>
        <p:grpSpPr>
          <a:xfrm>
            <a:off x="4173102" y="2783075"/>
            <a:ext cx="614857" cy="683754"/>
            <a:chOff x="4173102" y="2783075"/>
            <a:chExt cx="614857" cy="683754"/>
          </a:xfrm>
        </p:grpSpPr>
        <p:sp>
          <p:nvSpPr>
            <p:cNvPr id="64" name="63 Conector"/>
            <p:cNvSpPr/>
            <p:nvPr userDrawn="1"/>
          </p:nvSpPr>
          <p:spPr>
            <a:xfrm>
              <a:off x="4173102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5" name="64 Conector"/>
            <p:cNvSpPr/>
            <p:nvPr userDrawn="1"/>
          </p:nvSpPr>
          <p:spPr>
            <a:xfrm>
              <a:off x="437417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6" name="65 Conector"/>
            <p:cNvSpPr/>
            <p:nvPr userDrawn="1"/>
          </p:nvSpPr>
          <p:spPr>
            <a:xfrm>
              <a:off x="4589959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67" name="66 Grupo"/>
          <p:cNvGrpSpPr/>
          <p:nvPr userDrawn="1"/>
        </p:nvGrpSpPr>
        <p:grpSpPr>
          <a:xfrm>
            <a:off x="2789820" y="2783075"/>
            <a:ext cx="614857" cy="683754"/>
            <a:chOff x="2789820" y="2783075"/>
            <a:chExt cx="614857" cy="683754"/>
          </a:xfrm>
        </p:grpSpPr>
        <p:sp>
          <p:nvSpPr>
            <p:cNvPr id="68" name="67 Conector"/>
            <p:cNvSpPr/>
            <p:nvPr userDrawn="1"/>
          </p:nvSpPr>
          <p:spPr>
            <a:xfrm>
              <a:off x="2789820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69" name="68 Conector"/>
            <p:cNvSpPr/>
            <p:nvPr userDrawn="1"/>
          </p:nvSpPr>
          <p:spPr>
            <a:xfrm>
              <a:off x="2990265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0" name="69 Conector"/>
            <p:cNvSpPr/>
            <p:nvPr userDrawn="1"/>
          </p:nvSpPr>
          <p:spPr>
            <a:xfrm>
              <a:off x="3206677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71" name="70 Grupo"/>
          <p:cNvGrpSpPr/>
          <p:nvPr userDrawn="1"/>
        </p:nvGrpSpPr>
        <p:grpSpPr>
          <a:xfrm>
            <a:off x="4864743" y="2783075"/>
            <a:ext cx="614857" cy="683754"/>
            <a:chOff x="4864743" y="2783075"/>
            <a:chExt cx="614857" cy="683754"/>
          </a:xfrm>
        </p:grpSpPr>
        <p:sp>
          <p:nvSpPr>
            <p:cNvPr id="72" name="71 Conector"/>
            <p:cNvSpPr/>
            <p:nvPr userDrawn="1"/>
          </p:nvSpPr>
          <p:spPr>
            <a:xfrm>
              <a:off x="4864743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3" name="72 Conector"/>
            <p:cNvSpPr/>
            <p:nvPr userDrawn="1"/>
          </p:nvSpPr>
          <p:spPr>
            <a:xfrm>
              <a:off x="506613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74" name="73 Conector"/>
            <p:cNvSpPr/>
            <p:nvPr userDrawn="1"/>
          </p:nvSpPr>
          <p:spPr>
            <a:xfrm>
              <a:off x="5281600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pic>
        <p:nvPicPr>
          <p:cNvPr id="75" name="Imagen 2"/>
          <p:cNvPicPr>
            <a:picLocks noChangeAspect="1"/>
          </p:cNvPicPr>
          <p:nvPr userDrawn="1"/>
        </p:nvPicPr>
        <p:blipFill rotWithShape="1">
          <a:blip r:embed="rId4"/>
          <a:srcRect l="68698" t="80903" r="21441" b="3352"/>
          <a:stretch/>
        </p:blipFill>
        <p:spPr>
          <a:xfrm>
            <a:off x="6810703" y="5710825"/>
            <a:ext cx="830318" cy="961096"/>
          </a:xfrm>
          <a:prstGeom prst="rect">
            <a:avLst/>
          </a:prstGeom>
        </p:spPr>
      </p:pic>
      <p:pic>
        <p:nvPicPr>
          <p:cNvPr id="76" name="Imagen 2"/>
          <p:cNvPicPr>
            <a:picLocks noChangeAspect="1"/>
          </p:cNvPicPr>
          <p:nvPr userDrawn="1"/>
        </p:nvPicPr>
        <p:blipFill rotWithShape="1">
          <a:blip r:embed="rId4"/>
          <a:srcRect l="80556" t="80903" r="10707" b="3352"/>
          <a:stretch/>
        </p:blipFill>
        <p:spPr>
          <a:xfrm>
            <a:off x="7767144" y="5693841"/>
            <a:ext cx="735723" cy="961096"/>
          </a:xfrm>
          <a:prstGeom prst="rect">
            <a:avLst/>
          </a:prstGeom>
        </p:spPr>
      </p:pic>
      <p:pic>
        <p:nvPicPr>
          <p:cNvPr id="77" name="Imagen 2"/>
          <p:cNvPicPr>
            <a:picLocks noChangeAspect="1"/>
          </p:cNvPicPr>
          <p:nvPr userDrawn="1"/>
        </p:nvPicPr>
        <p:blipFill rotWithShape="1">
          <a:blip r:embed="rId4"/>
          <a:srcRect l="85173" t="65732" r="4716" b="21182"/>
          <a:stretch/>
        </p:blipFill>
        <p:spPr>
          <a:xfrm>
            <a:off x="8144146" y="4761186"/>
            <a:ext cx="851338" cy="798786"/>
          </a:xfrm>
          <a:prstGeom prst="rect">
            <a:avLst/>
          </a:prstGeom>
        </p:spPr>
      </p:pic>
      <p:pic>
        <p:nvPicPr>
          <p:cNvPr id="78" name="Imagen 2"/>
          <p:cNvPicPr>
            <a:picLocks noChangeAspect="1"/>
          </p:cNvPicPr>
          <p:nvPr userDrawn="1"/>
        </p:nvPicPr>
        <p:blipFill rotWithShape="1">
          <a:blip r:embed="rId4"/>
          <a:srcRect l="74625" t="66995" r="15947" b="19498"/>
          <a:stretch/>
        </p:blipFill>
        <p:spPr>
          <a:xfrm>
            <a:off x="7283668" y="4869381"/>
            <a:ext cx="793837" cy="824460"/>
          </a:xfrm>
          <a:prstGeom prst="rect">
            <a:avLst/>
          </a:prstGeom>
        </p:spPr>
      </p:pic>
      <p:pic>
        <p:nvPicPr>
          <p:cNvPr id="79" name="Imagen 2"/>
          <p:cNvPicPr>
            <a:picLocks noChangeAspect="1"/>
          </p:cNvPicPr>
          <p:nvPr userDrawn="1"/>
        </p:nvPicPr>
        <p:blipFill rotWithShape="1">
          <a:blip r:embed="rId4"/>
          <a:srcRect l="61317" t="63331" r="27315" b="22723"/>
          <a:stretch/>
        </p:blipFill>
        <p:spPr>
          <a:xfrm>
            <a:off x="6184118" y="4608787"/>
            <a:ext cx="957170" cy="851338"/>
          </a:xfrm>
          <a:prstGeom prst="rect">
            <a:avLst/>
          </a:prstGeom>
        </p:spPr>
      </p:pic>
      <p:pic>
        <p:nvPicPr>
          <p:cNvPr id="80" name="Imagen 2"/>
          <p:cNvPicPr>
            <a:picLocks noChangeAspect="1"/>
          </p:cNvPicPr>
          <p:nvPr userDrawn="1"/>
        </p:nvPicPr>
        <p:blipFill rotWithShape="1">
          <a:blip r:embed="rId4"/>
          <a:srcRect l="65253" t="43902" r="24885" b="39410"/>
          <a:stretch/>
        </p:blipFill>
        <p:spPr>
          <a:xfrm>
            <a:off x="6437584" y="3436709"/>
            <a:ext cx="830316" cy="1018731"/>
          </a:xfrm>
          <a:prstGeom prst="rect">
            <a:avLst/>
          </a:prstGeom>
        </p:spPr>
      </p:pic>
      <p:pic>
        <p:nvPicPr>
          <p:cNvPr id="81" name="Imagen 2"/>
          <p:cNvPicPr>
            <a:picLocks noChangeAspect="1"/>
          </p:cNvPicPr>
          <p:nvPr userDrawn="1"/>
        </p:nvPicPr>
        <p:blipFill rotWithShape="1">
          <a:blip r:embed="rId4"/>
          <a:srcRect l="74429" t="51483" r="14586" b="35242"/>
          <a:stretch/>
        </p:blipFill>
        <p:spPr>
          <a:xfrm>
            <a:off x="7278411" y="3880310"/>
            <a:ext cx="924909" cy="810393"/>
          </a:xfrm>
          <a:prstGeom prst="rect">
            <a:avLst/>
          </a:prstGeom>
        </p:spPr>
      </p:pic>
      <p:pic>
        <p:nvPicPr>
          <p:cNvPr id="82" name="Imagen 2"/>
          <p:cNvPicPr>
            <a:picLocks noChangeAspect="1"/>
          </p:cNvPicPr>
          <p:nvPr userDrawn="1"/>
        </p:nvPicPr>
        <p:blipFill rotWithShape="1">
          <a:blip r:embed="rId4"/>
          <a:srcRect l="87467" t="48726" r="3484" b="36019"/>
          <a:stretch/>
        </p:blipFill>
        <p:spPr>
          <a:xfrm>
            <a:off x="8375454" y="3738453"/>
            <a:ext cx="761927" cy="931230"/>
          </a:xfrm>
          <a:prstGeom prst="rect">
            <a:avLst/>
          </a:prstGeom>
        </p:spPr>
      </p:pic>
      <p:pic>
        <p:nvPicPr>
          <p:cNvPr id="83" name="Imagen 2"/>
          <p:cNvPicPr>
            <a:picLocks noChangeAspect="1"/>
          </p:cNvPicPr>
          <p:nvPr userDrawn="1"/>
        </p:nvPicPr>
        <p:blipFill rotWithShape="1">
          <a:blip r:embed="rId4"/>
          <a:srcRect l="89462" t="33349" r="2752" b="54081"/>
          <a:stretch/>
        </p:blipFill>
        <p:spPr>
          <a:xfrm>
            <a:off x="8483790" y="2783075"/>
            <a:ext cx="655527" cy="767255"/>
          </a:xfrm>
          <a:prstGeom prst="rect">
            <a:avLst/>
          </a:prstGeom>
        </p:spPr>
      </p:pic>
      <p:pic>
        <p:nvPicPr>
          <p:cNvPr id="84" name="Imagen 2"/>
          <p:cNvPicPr>
            <a:picLocks noChangeAspect="1"/>
          </p:cNvPicPr>
          <p:nvPr userDrawn="1"/>
        </p:nvPicPr>
        <p:blipFill rotWithShape="1">
          <a:blip r:embed="rId4"/>
          <a:srcRect l="77496" t="35725" r="12994" b="51361"/>
          <a:stretch/>
        </p:blipFill>
        <p:spPr>
          <a:xfrm>
            <a:off x="7543190" y="2929157"/>
            <a:ext cx="800732" cy="788276"/>
          </a:xfrm>
          <a:prstGeom prst="rect">
            <a:avLst/>
          </a:prstGeom>
        </p:spPr>
      </p:pic>
      <p:pic>
        <p:nvPicPr>
          <p:cNvPr id="85" name="Imagen 2"/>
          <p:cNvPicPr>
            <a:picLocks noChangeAspect="1"/>
          </p:cNvPicPr>
          <p:nvPr userDrawn="1"/>
        </p:nvPicPr>
        <p:blipFill rotWithShape="1">
          <a:blip r:embed="rId4"/>
          <a:srcRect l="90353" t="78820" r="2656" b="6080"/>
          <a:stretch/>
        </p:blipFill>
        <p:spPr>
          <a:xfrm>
            <a:off x="8569815" y="5559972"/>
            <a:ext cx="588578" cy="921816"/>
          </a:xfrm>
          <a:prstGeom prst="rect">
            <a:avLst/>
          </a:prstGeom>
        </p:spPr>
      </p:pic>
      <p:sp>
        <p:nvSpPr>
          <p:cNvPr id="86" name="16 Subtítulo"/>
          <p:cNvSpPr>
            <a:spLocks noGrp="1"/>
          </p:cNvSpPr>
          <p:nvPr>
            <p:ph type="subTitle" idx="10" hasCustomPrompt="1"/>
          </p:nvPr>
        </p:nvSpPr>
        <p:spPr>
          <a:xfrm>
            <a:off x="712137" y="6025189"/>
            <a:ext cx="5867340" cy="816496"/>
          </a:xfrm>
          <a:prstGeom prst="rect">
            <a:avLst/>
          </a:prstGeom>
        </p:spPr>
        <p:txBody>
          <a:bodyPr lIns="0" rIns="18288" anchor="b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marR="45720" indent="0" algn="just">
              <a:spcBef>
                <a:spcPts val="0"/>
              </a:spcBef>
              <a:buNone/>
              <a:defRPr kumimoji="0" lang="en-US" sz="2200" b="1" kern="1200" cap="none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kumimoji="0" lang="es-ES" dirty="0" smtClean="0"/>
              <a:t>Referencia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kumimoji="0" lang="es-ES" dirty="0" smtClean="0"/>
              <a:t>2016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2725159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5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000"/>
                            </p:stCondLst>
                            <p:childTnLst>
                              <p:par>
                                <p:cTn id="9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/>
      <p:bldP spid="8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animado 5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 hasCustomPrompt="1"/>
          </p:nvPr>
        </p:nvSpPr>
        <p:spPr>
          <a:xfrm>
            <a:off x="179512" y="188640"/>
            <a:ext cx="5133614" cy="1152128"/>
          </a:xfrm>
          <a:prstGeom prst="rect">
            <a:avLst/>
          </a:prstGeom>
          <a:ln>
            <a:noFill/>
          </a:ln>
        </p:spPr>
        <p:txBody>
          <a:bodyPr vert="horz" tIns="0" rIns="18288" bIns="0" anchor="ctr" anchorCtr="0">
            <a:norm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36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kumimoji="0" lang="es-ES" dirty="0" smtClean="0"/>
              <a:t>TITULO</a:t>
            </a:r>
            <a:endParaRPr kumimoji="0" lang="en-US" dirty="0"/>
          </a:p>
        </p:txBody>
      </p:sp>
      <p:sp>
        <p:nvSpPr>
          <p:cNvPr id="17" name="16 Subtítulo"/>
          <p:cNvSpPr>
            <a:spLocks noGrp="1"/>
          </p:cNvSpPr>
          <p:nvPr>
            <p:ph type="subTitle" idx="1" hasCustomPrompt="1"/>
          </p:nvPr>
        </p:nvSpPr>
        <p:spPr>
          <a:xfrm>
            <a:off x="179512" y="6025189"/>
            <a:ext cx="8740752" cy="816496"/>
          </a:xfrm>
          <a:prstGeom prst="rect">
            <a:avLst/>
          </a:prstGeom>
        </p:spPr>
        <p:txBody>
          <a:bodyPr lIns="0" rIns="18288" anchor="b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marR="45720" indent="0" algn="just">
              <a:spcBef>
                <a:spcPts val="0"/>
              </a:spcBef>
              <a:buNone/>
              <a:defRPr kumimoji="0" lang="en-US" sz="2200" b="1" kern="1200" cap="none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kumimoji="0" lang="es-ES" dirty="0" smtClean="0"/>
              <a:t>Referencia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kumimoji="0" lang="es-ES" dirty="0" smtClean="0"/>
              <a:t>2016</a:t>
            </a:r>
            <a:endParaRPr kumimoji="0" lang="en-US" dirty="0"/>
          </a:p>
        </p:txBody>
      </p:sp>
      <p:grpSp>
        <p:nvGrpSpPr>
          <p:cNvPr id="81" name="80 Grupo"/>
          <p:cNvGrpSpPr/>
          <p:nvPr userDrawn="1"/>
        </p:nvGrpSpPr>
        <p:grpSpPr>
          <a:xfrm>
            <a:off x="6608811" y="4651274"/>
            <a:ext cx="1549294" cy="1605566"/>
            <a:chOff x="6608811" y="4651274"/>
            <a:chExt cx="1549294" cy="1605566"/>
          </a:xfrm>
        </p:grpSpPr>
        <p:sp>
          <p:nvSpPr>
            <p:cNvPr id="82" name="81 Conector"/>
            <p:cNvSpPr/>
            <p:nvPr userDrawn="1"/>
          </p:nvSpPr>
          <p:spPr>
            <a:xfrm>
              <a:off x="7798105" y="4651274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3" name="82 Conector"/>
            <p:cNvSpPr/>
            <p:nvPr userDrawn="1"/>
          </p:nvSpPr>
          <p:spPr>
            <a:xfrm>
              <a:off x="7393222" y="5062942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4" name="83 Conector"/>
            <p:cNvSpPr/>
            <p:nvPr userDrawn="1"/>
          </p:nvSpPr>
          <p:spPr>
            <a:xfrm>
              <a:off x="7020758" y="5487333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5" name="84 Conector"/>
            <p:cNvSpPr/>
            <p:nvPr userDrawn="1"/>
          </p:nvSpPr>
          <p:spPr>
            <a:xfrm>
              <a:off x="6608811" y="5896840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86" name="85 Grupo"/>
          <p:cNvGrpSpPr/>
          <p:nvPr userDrawn="1"/>
        </p:nvGrpSpPr>
        <p:grpSpPr>
          <a:xfrm>
            <a:off x="5090961" y="577034"/>
            <a:ext cx="1560466" cy="1647949"/>
            <a:chOff x="5090961" y="577034"/>
            <a:chExt cx="1560466" cy="1647949"/>
          </a:xfrm>
        </p:grpSpPr>
        <p:sp>
          <p:nvSpPr>
            <p:cNvPr id="87" name="86 Conector"/>
            <p:cNvSpPr/>
            <p:nvPr userDrawn="1"/>
          </p:nvSpPr>
          <p:spPr>
            <a:xfrm>
              <a:off x="6291427" y="577034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8" name="87 Conector"/>
            <p:cNvSpPr/>
            <p:nvPr userDrawn="1"/>
          </p:nvSpPr>
          <p:spPr>
            <a:xfrm>
              <a:off x="5873097" y="1003890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89" name="88 Conector"/>
            <p:cNvSpPr/>
            <p:nvPr userDrawn="1"/>
          </p:nvSpPr>
          <p:spPr>
            <a:xfrm>
              <a:off x="5479405" y="1428582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0" name="89 Conector"/>
            <p:cNvSpPr/>
            <p:nvPr userDrawn="1"/>
          </p:nvSpPr>
          <p:spPr>
            <a:xfrm>
              <a:off x="5090961" y="1864983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91" name="90 Grupo"/>
          <p:cNvGrpSpPr/>
          <p:nvPr userDrawn="1"/>
        </p:nvGrpSpPr>
        <p:grpSpPr>
          <a:xfrm>
            <a:off x="2938823" y="2519805"/>
            <a:ext cx="1553393" cy="1635518"/>
            <a:chOff x="2938823" y="2519805"/>
            <a:chExt cx="1553393" cy="1635518"/>
          </a:xfrm>
        </p:grpSpPr>
        <p:sp>
          <p:nvSpPr>
            <p:cNvPr id="92" name="91 Conector"/>
            <p:cNvSpPr/>
            <p:nvPr userDrawn="1"/>
          </p:nvSpPr>
          <p:spPr>
            <a:xfrm rot="16396420">
              <a:off x="2938823" y="2519805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3" name="92 Conector"/>
            <p:cNvSpPr/>
            <p:nvPr userDrawn="1"/>
          </p:nvSpPr>
          <p:spPr>
            <a:xfrm rot="16396420">
              <a:off x="3334079" y="2948379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4" name="93 Conector"/>
            <p:cNvSpPr/>
            <p:nvPr userDrawn="1"/>
          </p:nvSpPr>
          <p:spPr>
            <a:xfrm rot="16396420">
              <a:off x="3752245" y="3365681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5" name="94 Conector"/>
            <p:cNvSpPr/>
            <p:nvPr userDrawn="1"/>
          </p:nvSpPr>
          <p:spPr>
            <a:xfrm rot="16396420">
              <a:off x="4132216" y="3795323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96" name="95 Grupo"/>
          <p:cNvGrpSpPr/>
          <p:nvPr userDrawn="1"/>
        </p:nvGrpSpPr>
        <p:grpSpPr>
          <a:xfrm>
            <a:off x="6471427" y="577034"/>
            <a:ext cx="1552628" cy="1633593"/>
            <a:chOff x="6471427" y="577034"/>
            <a:chExt cx="1552628" cy="1633593"/>
          </a:xfrm>
        </p:grpSpPr>
        <p:sp>
          <p:nvSpPr>
            <p:cNvPr id="97" name="96 Conector"/>
            <p:cNvSpPr/>
            <p:nvPr userDrawn="1"/>
          </p:nvSpPr>
          <p:spPr>
            <a:xfrm>
              <a:off x="6471427" y="1850627"/>
              <a:ext cx="360000" cy="360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8" name="97 Conector"/>
            <p:cNvSpPr/>
            <p:nvPr userDrawn="1"/>
          </p:nvSpPr>
          <p:spPr>
            <a:xfrm>
              <a:off x="6864802" y="1415699"/>
              <a:ext cx="360000" cy="360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99" name="98 Conector"/>
            <p:cNvSpPr/>
            <p:nvPr userDrawn="1"/>
          </p:nvSpPr>
          <p:spPr>
            <a:xfrm>
              <a:off x="7258833" y="1016570"/>
              <a:ext cx="360000" cy="360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0" name="99 Conector"/>
            <p:cNvSpPr/>
            <p:nvPr userDrawn="1"/>
          </p:nvSpPr>
          <p:spPr>
            <a:xfrm>
              <a:off x="7664055" y="577034"/>
              <a:ext cx="360000" cy="360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01" name="100 Grupo"/>
          <p:cNvGrpSpPr/>
          <p:nvPr userDrawn="1"/>
        </p:nvGrpSpPr>
        <p:grpSpPr>
          <a:xfrm>
            <a:off x="3704065" y="4568550"/>
            <a:ext cx="1566896" cy="1629411"/>
            <a:chOff x="3704065" y="4568550"/>
            <a:chExt cx="1566896" cy="1629411"/>
          </a:xfrm>
        </p:grpSpPr>
        <p:sp>
          <p:nvSpPr>
            <p:cNvPr id="102" name="101 Conector"/>
            <p:cNvSpPr/>
            <p:nvPr userDrawn="1"/>
          </p:nvSpPr>
          <p:spPr>
            <a:xfrm>
              <a:off x="3704065" y="5837961"/>
              <a:ext cx="360000" cy="360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3" name="102 Conector"/>
            <p:cNvSpPr/>
            <p:nvPr userDrawn="1"/>
          </p:nvSpPr>
          <p:spPr>
            <a:xfrm>
              <a:off x="4112034" y="5416758"/>
              <a:ext cx="360000" cy="360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4" name="103 Conector"/>
            <p:cNvSpPr/>
            <p:nvPr userDrawn="1"/>
          </p:nvSpPr>
          <p:spPr>
            <a:xfrm>
              <a:off x="4506524" y="4997299"/>
              <a:ext cx="360000" cy="360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5" name="104 Conector"/>
            <p:cNvSpPr/>
            <p:nvPr userDrawn="1"/>
          </p:nvSpPr>
          <p:spPr>
            <a:xfrm>
              <a:off x="4910961" y="4568550"/>
              <a:ext cx="360000" cy="360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06" name="105 Grupo"/>
          <p:cNvGrpSpPr/>
          <p:nvPr userDrawn="1"/>
        </p:nvGrpSpPr>
        <p:grpSpPr>
          <a:xfrm>
            <a:off x="894304" y="3428999"/>
            <a:ext cx="816541" cy="849720"/>
            <a:chOff x="894304" y="3428999"/>
            <a:chExt cx="816541" cy="849720"/>
          </a:xfrm>
        </p:grpSpPr>
        <p:sp>
          <p:nvSpPr>
            <p:cNvPr id="107" name="106 Conector"/>
            <p:cNvSpPr/>
            <p:nvPr userDrawn="1"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8" name="107 Conector"/>
            <p:cNvSpPr/>
            <p:nvPr userDrawn="1"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09" name="108 Conector"/>
            <p:cNvSpPr/>
            <p:nvPr userDrawn="1"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0" name="109 Conector"/>
            <p:cNvSpPr/>
            <p:nvPr userDrawn="1"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11" name="110 Grupo"/>
          <p:cNvGrpSpPr/>
          <p:nvPr userDrawn="1"/>
        </p:nvGrpSpPr>
        <p:grpSpPr>
          <a:xfrm>
            <a:off x="4319704" y="2515102"/>
            <a:ext cx="1553393" cy="1635518"/>
            <a:chOff x="2938823" y="2519805"/>
            <a:chExt cx="1553393" cy="1635518"/>
          </a:xfrm>
        </p:grpSpPr>
        <p:sp>
          <p:nvSpPr>
            <p:cNvPr id="112" name="111 Conector"/>
            <p:cNvSpPr/>
            <p:nvPr userDrawn="1"/>
          </p:nvSpPr>
          <p:spPr>
            <a:xfrm rot="16396420">
              <a:off x="2938823" y="2519805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3" name="112 Conector"/>
            <p:cNvSpPr/>
            <p:nvPr userDrawn="1"/>
          </p:nvSpPr>
          <p:spPr>
            <a:xfrm rot="16396420">
              <a:off x="3334079" y="2948379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4" name="113 Conector"/>
            <p:cNvSpPr/>
            <p:nvPr userDrawn="1"/>
          </p:nvSpPr>
          <p:spPr>
            <a:xfrm rot="16396420">
              <a:off x="3752245" y="3365681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5" name="114 Conector"/>
            <p:cNvSpPr/>
            <p:nvPr userDrawn="1"/>
          </p:nvSpPr>
          <p:spPr>
            <a:xfrm rot="16396420">
              <a:off x="4132216" y="3795323"/>
              <a:ext cx="360000" cy="360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16" name="115 Grupo"/>
          <p:cNvGrpSpPr/>
          <p:nvPr userDrawn="1"/>
        </p:nvGrpSpPr>
        <p:grpSpPr>
          <a:xfrm>
            <a:off x="1285779" y="4472193"/>
            <a:ext cx="807628" cy="845964"/>
            <a:chOff x="1285779" y="4472193"/>
            <a:chExt cx="807628" cy="845964"/>
          </a:xfrm>
        </p:grpSpPr>
        <p:sp>
          <p:nvSpPr>
            <p:cNvPr id="117" name="116 Conector"/>
            <p:cNvSpPr/>
            <p:nvPr userDrawn="1"/>
          </p:nvSpPr>
          <p:spPr>
            <a:xfrm>
              <a:off x="1285779" y="512015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8" name="117 Conector"/>
            <p:cNvSpPr/>
            <p:nvPr userDrawn="1"/>
          </p:nvSpPr>
          <p:spPr>
            <a:xfrm>
              <a:off x="1491673" y="4906988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19" name="118 Conector"/>
            <p:cNvSpPr/>
            <p:nvPr userDrawn="1"/>
          </p:nvSpPr>
          <p:spPr>
            <a:xfrm>
              <a:off x="1692941" y="468763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20" name="119 Conector"/>
            <p:cNvSpPr/>
            <p:nvPr userDrawn="1"/>
          </p:nvSpPr>
          <p:spPr>
            <a:xfrm>
              <a:off x="1895407" y="4472193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121" name="120 Grupo"/>
          <p:cNvGrpSpPr/>
          <p:nvPr userDrawn="1"/>
        </p:nvGrpSpPr>
        <p:grpSpPr>
          <a:xfrm>
            <a:off x="1590673" y="3428999"/>
            <a:ext cx="816541" cy="849720"/>
            <a:chOff x="894304" y="3428999"/>
            <a:chExt cx="816541" cy="849720"/>
          </a:xfrm>
        </p:grpSpPr>
        <p:sp>
          <p:nvSpPr>
            <p:cNvPr id="122" name="121 Conector"/>
            <p:cNvSpPr/>
            <p:nvPr userDrawn="1"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23" name="122 Conector"/>
            <p:cNvSpPr/>
            <p:nvPr userDrawn="1"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24" name="123 Conector"/>
            <p:cNvSpPr/>
            <p:nvPr userDrawn="1"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25" name="124 Conector"/>
            <p:cNvSpPr/>
            <p:nvPr userDrawn="1"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pic>
        <p:nvPicPr>
          <p:cNvPr id="1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877" y="2630723"/>
            <a:ext cx="1952625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165371" y="1380664"/>
            <a:ext cx="5146854" cy="395035"/>
          </a:xfrm>
          <a:prstGeom prst="rect">
            <a:avLst/>
          </a:prstGeom>
        </p:spPr>
        <p:txBody>
          <a:bodyPr lIns="45720" rIns="45720" anchor="t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793410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0"/>
                            </p:stCondLst>
                            <p:childTnLst>
                              <p:par>
                                <p:cTn id="63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 uiExpan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animado 6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 hasCustomPrompt="1"/>
          </p:nvPr>
        </p:nvSpPr>
        <p:spPr>
          <a:xfrm>
            <a:off x="721546" y="1429966"/>
            <a:ext cx="6530592" cy="1261701"/>
          </a:xfrm>
          <a:prstGeom prst="rect">
            <a:avLst/>
          </a:prstGeom>
          <a:ln>
            <a:noFill/>
          </a:ln>
        </p:spPr>
        <p:txBody>
          <a:bodyPr vert="horz" tIns="0" rIns="18288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0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kumimoji="0" lang="es-ES" dirty="0" smtClean="0"/>
              <a:t>TITULO</a:t>
            </a:r>
            <a:endParaRPr kumimoji="0"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55269" y="122261"/>
            <a:ext cx="1952625" cy="12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" name="40 Grupo"/>
          <p:cNvGrpSpPr/>
          <p:nvPr userDrawn="1"/>
        </p:nvGrpSpPr>
        <p:grpSpPr>
          <a:xfrm>
            <a:off x="714897" y="2783075"/>
            <a:ext cx="614857" cy="683754"/>
            <a:chOff x="714897" y="2783075"/>
            <a:chExt cx="614857" cy="683754"/>
          </a:xfrm>
        </p:grpSpPr>
        <p:sp>
          <p:nvSpPr>
            <p:cNvPr id="6" name="5 Conector"/>
            <p:cNvSpPr/>
            <p:nvPr userDrawn="1"/>
          </p:nvSpPr>
          <p:spPr>
            <a:xfrm>
              <a:off x="71489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19" name="18 Conector"/>
            <p:cNvSpPr/>
            <p:nvPr userDrawn="1"/>
          </p:nvSpPr>
          <p:spPr>
            <a:xfrm>
              <a:off x="91439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7" name="26 Conector"/>
            <p:cNvSpPr/>
            <p:nvPr userDrawn="1"/>
          </p:nvSpPr>
          <p:spPr>
            <a:xfrm>
              <a:off x="113175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4" name="3 Grupo"/>
          <p:cNvGrpSpPr/>
          <p:nvPr userDrawn="1"/>
        </p:nvGrpSpPr>
        <p:grpSpPr>
          <a:xfrm>
            <a:off x="5556387" y="2783075"/>
            <a:ext cx="614857" cy="683754"/>
            <a:chOff x="5556387" y="2783075"/>
            <a:chExt cx="614857" cy="683754"/>
          </a:xfrm>
        </p:grpSpPr>
        <p:sp>
          <p:nvSpPr>
            <p:cNvPr id="18" name="17 Conector"/>
            <p:cNvSpPr/>
            <p:nvPr userDrawn="1"/>
          </p:nvSpPr>
          <p:spPr>
            <a:xfrm>
              <a:off x="5556387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6" name="25 Conector"/>
            <p:cNvSpPr/>
            <p:nvPr userDrawn="1"/>
          </p:nvSpPr>
          <p:spPr>
            <a:xfrm>
              <a:off x="5758092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8" name="27 Conector"/>
            <p:cNvSpPr/>
            <p:nvPr userDrawn="1"/>
          </p:nvSpPr>
          <p:spPr>
            <a:xfrm>
              <a:off x="5973244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40" name="39 Grupo"/>
          <p:cNvGrpSpPr/>
          <p:nvPr userDrawn="1"/>
        </p:nvGrpSpPr>
        <p:grpSpPr>
          <a:xfrm>
            <a:off x="1406538" y="2783075"/>
            <a:ext cx="614857" cy="683754"/>
            <a:chOff x="1406538" y="2783075"/>
            <a:chExt cx="614857" cy="683754"/>
          </a:xfrm>
        </p:grpSpPr>
        <p:sp>
          <p:nvSpPr>
            <p:cNvPr id="10" name="9 Conector"/>
            <p:cNvSpPr/>
            <p:nvPr userDrawn="1"/>
          </p:nvSpPr>
          <p:spPr>
            <a:xfrm>
              <a:off x="1406538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0" name="19 Conector"/>
            <p:cNvSpPr/>
            <p:nvPr userDrawn="1"/>
          </p:nvSpPr>
          <p:spPr>
            <a:xfrm>
              <a:off x="160635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9" name="28 Conector"/>
            <p:cNvSpPr/>
            <p:nvPr userDrawn="1"/>
          </p:nvSpPr>
          <p:spPr>
            <a:xfrm>
              <a:off x="1823395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7" name="36 Grupo"/>
          <p:cNvGrpSpPr/>
          <p:nvPr userDrawn="1"/>
        </p:nvGrpSpPr>
        <p:grpSpPr>
          <a:xfrm>
            <a:off x="3481461" y="2783075"/>
            <a:ext cx="614857" cy="683754"/>
            <a:chOff x="3481461" y="2783075"/>
            <a:chExt cx="614857" cy="683754"/>
          </a:xfrm>
        </p:grpSpPr>
        <p:sp>
          <p:nvSpPr>
            <p:cNvPr id="14" name="13 Conector"/>
            <p:cNvSpPr/>
            <p:nvPr userDrawn="1"/>
          </p:nvSpPr>
          <p:spPr>
            <a:xfrm>
              <a:off x="3481461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3" name="22 Conector"/>
            <p:cNvSpPr/>
            <p:nvPr userDrawn="1"/>
          </p:nvSpPr>
          <p:spPr>
            <a:xfrm>
              <a:off x="3682221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0" name="29 Conector"/>
            <p:cNvSpPr/>
            <p:nvPr userDrawn="1"/>
          </p:nvSpPr>
          <p:spPr>
            <a:xfrm>
              <a:off x="3898318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9" name="38 Grupo"/>
          <p:cNvGrpSpPr/>
          <p:nvPr userDrawn="1"/>
        </p:nvGrpSpPr>
        <p:grpSpPr>
          <a:xfrm>
            <a:off x="2098179" y="2783075"/>
            <a:ext cx="614857" cy="683754"/>
            <a:chOff x="2098179" y="2783075"/>
            <a:chExt cx="614857" cy="683754"/>
          </a:xfrm>
        </p:grpSpPr>
        <p:sp>
          <p:nvSpPr>
            <p:cNvPr id="11" name="10 Conector"/>
            <p:cNvSpPr/>
            <p:nvPr userDrawn="1"/>
          </p:nvSpPr>
          <p:spPr>
            <a:xfrm>
              <a:off x="2098179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1" name="20 Conector"/>
            <p:cNvSpPr/>
            <p:nvPr userDrawn="1"/>
          </p:nvSpPr>
          <p:spPr>
            <a:xfrm>
              <a:off x="2298309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1" name="30 Conector"/>
            <p:cNvSpPr/>
            <p:nvPr userDrawn="1"/>
          </p:nvSpPr>
          <p:spPr>
            <a:xfrm>
              <a:off x="2515036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6" name="35 Grupo"/>
          <p:cNvGrpSpPr/>
          <p:nvPr userDrawn="1"/>
        </p:nvGrpSpPr>
        <p:grpSpPr>
          <a:xfrm>
            <a:off x="4173102" y="2783075"/>
            <a:ext cx="614857" cy="683754"/>
            <a:chOff x="4173102" y="2783075"/>
            <a:chExt cx="614857" cy="683754"/>
          </a:xfrm>
        </p:grpSpPr>
        <p:sp>
          <p:nvSpPr>
            <p:cNvPr id="15" name="14 Conector"/>
            <p:cNvSpPr/>
            <p:nvPr userDrawn="1"/>
          </p:nvSpPr>
          <p:spPr>
            <a:xfrm>
              <a:off x="4173102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4" name="23 Conector"/>
            <p:cNvSpPr/>
            <p:nvPr userDrawn="1"/>
          </p:nvSpPr>
          <p:spPr>
            <a:xfrm>
              <a:off x="4374177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2" name="31 Conector"/>
            <p:cNvSpPr/>
            <p:nvPr userDrawn="1"/>
          </p:nvSpPr>
          <p:spPr>
            <a:xfrm>
              <a:off x="4589959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8" name="37 Grupo"/>
          <p:cNvGrpSpPr/>
          <p:nvPr userDrawn="1"/>
        </p:nvGrpSpPr>
        <p:grpSpPr>
          <a:xfrm>
            <a:off x="2789820" y="2783075"/>
            <a:ext cx="614857" cy="683754"/>
            <a:chOff x="2789820" y="2783075"/>
            <a:chExt cx="614857" cy="683754"/>
          </a:xfrm>
        </p:grpSpPr>
        <p:sp>
          <p:nvSpPr>
            <p:cNvPr id="13" name="12 Conector"/>
            <p:cNvSpPr/>
            <p:nvPr userDrawn="1"/>
          </p:nvSpPr>
          <p:spPr>
            <a:xfrm>
              <a:off x="2789820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2" name="21 Conector"/>
            <p:cNvSpPr/>
            <p:nvPr userDrawn="1"/>
          </p:nvSpPr>
          <p:spPr>
            <a:xfrm>
              <a:off x="2990265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3" name="32 Conector"/>
            <p:cNvSpPr/>
            <p:nvPr userDrawn="1"/>
          </p:nvSpPr>
          <p:spPr>
            <a:xfrm>
              <a:off x="3206677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grpSp>
        <p:nvGrpSpPr>
          <p:cNvPr id="35" name="34 Grupo"/>
          <p:cNvGrpSpPr/>
          <p:nvPr userDrawn="1"/>
        </p:nvGrpSpPr>
        <p:grpSpPr>
          <a:xfrm>
            <a:off x="4864743" y="2783075"/>
            <a:ext cx="614857" cy="683754"/>
            <a:chOff x="4864743" y="2783075"/>
            <a:chExt cx="614857" cy="683754"/>
          </a:xfrm>
        </p:grpSpPr>
        <p:sp>
          <p:nvSpPr>
            <p:cNvPr id="16" name="15 Conector"/>
            <p:cNvSpPr/>
            <p:nvPr userDrawn="1"/>
          </p:nvSpPr>
          <p:spPr>
            <a:xfrm>
              <a:off x="4864743" y="2783075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25" name="24 Conector"/>
            <p:cNvSpPr/>
            <p:nvPr userDrawn="1"/>
          </p:nvSpPr>
          <p:spPr>
            <a:xfrm>
              <a:off x="5066133" y="3022339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  <p:sp>
          <p:nvSpPr>
            <p:cNvPr id="34" name="33 Conector"/>
            <p:cNvSpPr/>
            <p:nvPr userDrawn="1"/>
          </p:nvSpPr>
          <p:spPr>
            <a:xfrm>
              <a:off x="5281600" y="3268829"/>
              <a:ext cx="198000" cy="198000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latin typeface="Candara" panose="020E0502030303020204" pitchFamily="34" charset="0"/>
              </a:endParaRPr>
            </a:p>
          </p:txBody>
        </p:sp>
      </p:grpSp>
      <p:sp>
        <p:nvSpPr>
          <p:cNvPr id="17" name="16 Subtítulo"/>
          <p:cNvSpPr>
            <a:spLocks noGrp="1"/>
          </p:cNvSpPr>
          <p:nvPr>
            <p:ph type="subTitle" idx="1" hasCustomPrompt="1"/>
          </p:nvPr>
        </p:nvSpPr>
        <p:spPr>
          <a:xfrm>
            <a:off x="2496309" y="5963735"/>
            <a:ext cx="6519592" cy="816496"/>
          </a:xfrm>
          <a:prstGeom prst="rect">
            <a:avLst/>
          </a:prstGeom>
        </p:spPr>
        <p:txBody>
          <a:bodyPr lIns="0" rIns="18288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marR="45720" indent="0" algn="r">
              <a:spcBef>
                <a:spcPts val="0"/>
              </a:spcBef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dirty="0" smtClean="0"/>
              <a:t>Referencia</a:t>
            </a:r>
          </a:p>
          <a:p>
            <a:r>
              <a:rPr kumimoji="0" lang="es-ES" dirty="0" smtClean="0"/>
              <a:t>2016</a:t>
            </a:r>
            <a:endParaRPr kumimoji="0" lang="en-US" dirty="0"/>
          </a:p>
        </p:txBody>
      </p:sp>
      <p:pic>
        <p:nvPicPr>
          <p:cNvPr id="43" name="Imagen 2"/>
          <p:cNvPicPr>
            <a:picLocks noChangeAspect="1"/>
          </p:cNvPicPr>
          <p:nvPr userDrawn="1"/>
        </p:nvPicPr>
        <p:blipFill rotWithShape="1">
          <a:blip r:embed="rId3"/>
          <a:srcRect l="68698" t="80903" r="21441" b="3352"/>
          <a:stretch/>
        </p:blipFill>
        <p:spPr>
          <a:xfrm flipH="1">
            <a:off x="1139322" y="5936061"/>
            <a:ext cx="661274" cy="765427"/>
          </a:xfrm>
          <a:prstGeom prst="rect">
            <a:avLst/>
          </a:prstGeom>
        </p:spPr>
      </p:pic>
      <p:pic>
        <p:nvPicPr>
          <p:cNvPr id="44" name="Imagen 2"/>
          <p:cNvPicPr>
            <a:picLocks noChangeAspect="1"/>
          </p:cNvPicPr>
          <p:nvPr userDrawn="1"/>
        </p:nvPicPr>
        <p:blipFill rotWithShape="1">
          <a:blip r:embed="rId3"/>
          <a:srcRect l="80556" t="80903" r="10707" b="3352"/>
          <a:stretch/>
        </p:blipFill>
        <p:spPr>
          <a:xfrm>
            <a:off x="445751" y="6086561"/>
            <a:ext cx="585938" cy="765428"/>
          </a:xfrm>
          <a:prstGeom prst="rect">
            <a:avLst/>
          </a:prstGeom>
        </p:spPr>
      </p:pic>
      <p:pic>
        <p:nvPicPr>
          <p:cNvPr id="45" name="Imagen 2"/>
          <p:cNvPicPr>
            <a:picLocks noChangeAspect="1"/>
          </p:cNvPicPr>
          <p:nvPr userDrawn="1"/>
        </p:nvPicPr>
        <p:blipFill rotWithShape="1">
          <a:blip r:embed="rId3"/>
          <a:srcRect l="85173" t="65732" r="4716" b="21182"/>
          <a:stretch/>
        </p:blipFill>
        <p:spPr>
          <a:xfrm flipH="1">
            <a:off x="135882" y="5327573"/>
            <a:ext cx="678015" cy="636162"/>
          </a:xfrm>
          <a:prstGeom prst="rect">
            <a:avLst/>
          </a:prstGeom>
        </p:spPr>
      </p:pic>
      <p:pic>
        <p:nvPicPr>
          <p:cNvPr id="46" name="Imagen 2"/>
          <p:cNvPicPr>
            <a:picLocks noChangeAspect="1"/>
          </p:cNvPicPr>
          <p:nvPr userDrawn="1"/>
        </p:nvPicPr>
        <p:blipFill rotWithShape="1">
          <a:blip r:embed="rId3"/>
          <a:srcRect l="74625" t="66995" r="15947" b="19498"/>
          <a:stretch/>
        </p:blipFill>
        <p:spPr>
          <a:xfrm flipH="1">
            <a:off x="912897" y="5125284"/>
            <a:ext cx="632221" cy="656610"/>
          </a:xfrm>
          <a:prstGeom prst="rect">
            <a:avLst/>
          </a:prstGeom>
        </p:spPr>
      </p:pic>
      <p:pic>
        <p:nvPicPr>
          <p:cNvPr id="47" name="Imagen 2"/>
          <p:cNvPicPr>
            <a:picLocks noChangeAspect="1"/>
          </p:cNvPicPr>
          <p:nvPr userDrawn="1"/>
        </p:nvPicPr>
        <p:blipFill rotWithShape="1">
          <a:blip r:embed="rId3"/>
          <a:srcRect l="61317" t="63331" r="27315" b="22723"/>
          <a:stretch/>
        </p:blipFill>
        <p:spPr>
          <a:xfrm flipH="1">
            <a:off x="1592790" y="5103878"/>
            <a:ext cx="762301" cy="678015"/>
          </a:xfrm>
          <a:prstGeom prst="rect">
            <a:avLst/>
          </a:prstGeom>
        </p:spPr>
      </p:pic>
      <p:pic>
        <p:nvPicPr>
          <p:cNvPr id="48" name="Imagen 2"/>
          <p:cNvPicPr>
            <a:picLocks noChangeAspect="1"/>
          </p:cNvPicPr>
          <p:nvPr userDrawn="1"/>
        </p:nvPicPr>
        <p:blipFill rotWithShape="1">
          <a:blip r:embed="rId3"/>
          <a:srcRect l="65253" t="43902" r="24885" b="39410"/>
          <a:stretch/>
        </p:blipFill>
        <p:spPr>
          <a:xfrm flipH="1">
            <a:off x="1578301" y="4138562"/>
            <a:ext cx="661273" cy="811329"/>
          </a:xfrm>
          <a:prstGeom prst="rect">
            <a:avLst/>
          </a:prstGeom>
        </p:spPr>
      </p:pic>
      <p:pic>
        <p:nvPicPr>
          <p:cNvPr id="49" name="Imagen 2"/>
          <p:cNvPicPr>
            <a:picLocks noChangeAspect="1"/>
          </p:cNvPicPr>
          <p:nvPr userDrawn="1"/>
        </p:nvPicPr>
        <p:blipFill rotWithShape="1">
          <a:blip r:embed="rId3"/>
          <a:srcRect l="74429" t="51483" r="14586" b="35242"/>
          <a:stretch/>
        </p:blipFill>
        <p:spPr>
          <a:xfrm flipH="1">
            <a:off x="758041" y="4458472"/>
            <a:ext cx="736608" cy="645406"/>
          </a:xfrm>
          <a:prstGeom prst="rect">
            <a:avLst/>
          </a:prstGeom>
        </p:spPr>
      </p:pic>
      <p:pic>
        <p:nvPicPr>
          <p:cNvPr id="50" name="Imagen 2"/>
          <p:cNvPicPr>
            <a:picLocks noChangeAspect="1"/>
          </p:cNvPicPr>
          <p:nvPr userDrawn="1"/>
        </p:nvPicPr>
        <p:blipFill rotWithShape="1">
          <a:blip r:embed="rId3"/>
          <a:srcRect l="87467" t="48726" r="3484" b="36019"/>
          <a:stretch/>
        </p:blipFill>
        <p:spPr>
          <a:xfrm flipH="1">
            <a:off x="0" y="4478931"/>
            <a:ext cx="606807" cy="741642"/>
          </a:xfrm>
          <a:prstGeom prst="rect">
            <a:avLst/>
          </a:prstGeom>
        </p:spPr>
      </p:pic>
      <p:pic>
        <p:nvPicPr>
          <p:cNvPr id="52" name="Imagen 2"/>
          <p:cNvPicPr>
            <a:picLocks noChangeAspect="1"/>
          </p:cNvPicPr>
          <p:nvPr userDrawn="1"/>
        </p:nvPicPr>
        <p:blipFill rotWithShape="1">
          <a:blip r:embed="rId3"/>
          <a:srcRect l="77496" t="35725" r="12994" b="51361"/>
          <a:stretch/>
        </p:blipFill>
        <p:spPr>
          <a:xfrm>
            <a:off x="625823" y="3584999"/>
            <a:ext cx="637712" cy="627792"/>
          </a:xfrm>
          <a:prstGeom prst="rect">
            <a:avLst/>
          </a:prstGeom>
        </p:spPr>
      </p:pic>
      <p:pic>
        <p:nvPicPr>
          <p:cNvPr id="53" name="Imagen 2"/>
          <p:cNvPicPr>
            <a:picLocks noChangeAspect="1"/>
          </p:cNvPicPr>
          <p:nvPr userDrawn="1"/>
        </p:nvPicPr>
        <p:blipFill rotWithShape="1">
          <a:blip r:embed="rId3"/>
          <a:srcRect l="90353" t="78820" r="2656" b="6080"/>
          <a:stretch/>
        </p:blipFill>
        <p:spPr>
          <a:xfrm flipH="1">
            <a:off x="-25021" y="5936061"/>
            <a:ext cx="468750" cy="734144"/>
          </a:xfrm>
          <a:prstGeom prst="rect">
            <a:avLst/>
          </a:prstGeom>
        </p:spPr>
      </p:pic>
      <p:grpSp>
        <p:nvGrpSpPr>
          <p:cNvPr id="2" name="1 Grupo"/>
          <p:cNvGrpSpPr/>
          <p:nvPr userDrawn="1"/>
        </p:nvGrpSpPr>
        <p:grpSpPr>
          <a:xfrm>
            <a:off x="0" y="3713909"/>
            <a:ext cx="522069" cy="611050"/>
            <a:chOff x="5269565" y="4544227"/>
            <a:chExt cx="522069" cy="611050"/>
          </a:xfrm>
        </p:grpSpPr>
        <p:pic>
          <p:nvPicPr>
            <p:cNvPr id="51" name="Imagen 2"/>
            <p:cNvPicPr>
              <a:picLocks noChangeAspect="1"/>
            </p:cNvPicPr>
            <p:nvPr userDrawn="1"/>
          </p:nvPicPr>
          <p:blipFill rotWithShape="1">
            <a:blip r:embed="rId3"/>
            <a:srcRect l="89462" t="33349" r="2752" b="54081"/>
            <a:stretch/>
          </p:blipFill>
          <p:spPr>
            <a:xfrm flipH="1">
              <a:off x="5269565" y="4544227"/>
              <a:ext cx="522069" cy="611050"/>
            </a:xfrm>
            <a:prstGeom prst="rect">
              <a:avLst/>
            </a:prstGeom>
          </p:spPr>
        </p:pic>
        <p:pic>
          <p:nvPicPr>
            <p:cNvPr id="54" name="Imagen 2"/>
            <p:cNvPicPr>
              <a:picLocks noChangeAspect="1"/>
            </p:cNvPicPr>
            <p:nvPr userDrawn="1"/>
          </p:nvPicPr>
          <p:blipFill rotWithShape="1">
            <a:blip r:embed="rId3"/>
            <a:srcRect l="91576" t="36284" r="3293" b="56996"/>
            <a:stretch/>
          </p:blipFill>
          <p:spPr>
            <a:xfrm>
              <a:off x="5343045" y="4672836"/>
              <a:ext cx="344032" cy="326669"/>
            </a:xfrm>
            <a:prstGeom prst="rect">
              <a:avLst/>
            </a:prstGeom>
          </p:spPr>
        </p:pic>
      </p:grpSp>
      <p:sp>
        <p:nvSpPr>
          <p:cNvPr id="57" name="2 Marcador de texto"/>
          <p:cNvSpPr>
            <a:spLocks noGrp="1"/>
          </p:cNvSpPr>
          <p:nvPr>
            <p:ph type="body" idx="10" hasCustomPrompt="1"/>
          </p:nvPr>
        </p:nvSpPr>
        <p:spPr>
          <a:xfrm>
            <a:off x="3481461" y="3624399"/>
            <a:ext cx="5525905" cy="700560"/>
          </a:xfrm>
          <a:prstGeom prst="rect">
            <a:avLst/>
          </a:prstGeom>
        </p:spPr>
        <p:txBody>
          <a:bodyPr lIns="45720" rIns="45720"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marL="0" indent="0" algn="ctr">
              <a:buNone/>
              <a:defRPr sz="2200" b="1" cap="none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andara" panose="020E0502030303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dirty="0" smtClean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72112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5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700"/>
                            </p:stCondLst>
                            <p:childTnLst>
                              <p:par>
                                <p:cTn id="6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 tmFilter="0, 0; .2, .5; .8, .5; 1, 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4" dur="250" autoRev="1" fill="hold"/>
                                        <p:tgtEl>
                                          <p:spTgt spid="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 tmFilter="0, 0; .2, .5; .8, .5; 1, 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250" autoRev="1" fill="hold"/>
                                        <p:tgtEl>
                                          <p:spTgt spid="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200"/>
                            </p:stCondLst>
                            <p:childTnLst>
                              <p:par>
                                <p:cTn id="9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200"/>
                            </p:stCondLst>
                            <p:childTnLst>
                              <p:par>
                                <p:cTn id="10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50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1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Tx/>
              <a:buBlip>
                <a:blip r:embed="rId2"/>
              </a:buBlip>
              <a:defRPr lang="es-ES" sz="2800" kern="1200" dirty="0" smtClean="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9848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805982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0740" y="1825625"/>
            <a:ext cx="4184110" cy="4497354"/>
          </a:xfrm>
        </p:spPr>
        <p:txBody>
          <a:bodyPr/>
          <a:lstStyle>
            <a:lvl1pPr marL="228600" indent="-228600">
              <a:defRPr lang="es-ES" sz="2800" kern="1200" dirty="0" smtClean="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174382" cy="4497354"/>
          </a:xfrm>
        </p:spPr>
        <p:txBody>
          <a:bodyPr/>
          <a:lstStyle>
            <a:lvl1pPr marL="228600" indent="-228600">
              <a:defRPr lang="es-ES" sz="2800" kern="1200" dirty="0" smtClean="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579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284" y="365126"/>
            <a:ext cx="8501975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285" y="1681163"/>
            <a:ext cx="418689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1285" y="2505075"/>
            <a:ext cx="4186897" cy="3817904"/>
          </a:xfrm>
        </p:spPr>
        <p:txBody>
          <a:bodyPr/>
          <a:lstStyle>
            <a:lvl1pPr marL="228600" indent="-228600">
              <a:defRPr lang="es-ES" sz="2800" kern="1200" dirty="0" smtClean="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41938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4193837" cy="3817904"/>
          </a:xfrm>
        </p:spPr>
        <p:txBody>
          <a:bodyPr/>
          <a:lstStyle>
            <a:lvl1pPr marL="228600" indent="-228600">
              <a:defRPr lang="es-ES" sz="2800" kern="1200" dirty="0" smtClean="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8654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2392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99437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eño personalizado">
    <p:bg>
      <p:bgPr>
        <a:solidFill>
          <a:srgbClr val="0141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138" y="3053286"/>
            <a:ext cx="23717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23 Grupo"/>
          <p:cNvGrpSpPr/>
          <p:nvPr userDrawn="1"/>
        </p:nvGrpSpPr>
        <p:grpSpPr>
          <a:xfrm>
            <a:off x="6185954" y="2739986"/>
            <a:ext cx="625428" cy="650841"/>
            <a:chOff x="894304" y="3428999"/>
            <a:chExt cx="816541" cy="849720"/>
          </a:xfrm>
        </p:grpSpPr>
        <p:sp>
          <p:nvSpPr>
            <p:cNvPr id="25" name="24 Conector"/>
            <p:cNvSpPr/>
            <p:nvPr userDrawn="1"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6" name="25 Conector"/>
            <p:cNvSpPr/>
            <p:nvPr userDrawn="1"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7" name="26 Conector"/>
            <p:cNvSpPr/>
            <p:nvPr userDrawn="1"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8" name="27 Conector"/>
            <p:cNvSpPr/>
            <p:nvPr userDrawn="1"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29" name="28 Grupo"/>
          <p:cNvGrpSpPr/>
          <p:nvPr userDrawn="1"/>
        </p:nvGrpSpPr>
        <p:grpSpPr>
          <a:xfrm>
            <a:off x="6494660" y="3514240"/>
            <a:ext cx="618601" cy="647964"/>
            <a:chOff x="1285779" y="4472193"/>
            <a:chExt cx="807628" cy="845964"/>
          </a:xfrm>
        </p:grpSpPr>
        <p:sp>
          <p:nvSpPr>
            <p:cNvPr id="30" name="29 Conector"/>
            <p:cNvSpPr/>
            <p:nvPr userDrawn="1"/>
          </p:nvSpPr>
          <p:spPr>
            <a:xfrm>
              <a:off x="1285779" y="512015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1" name="30 Conector"/>
            <p:cNvSpPr/>
            <p:nvPr userDrawn="1"/>
          </p:nvSpPr>
          <p:spPr>
            <a:xfrm>
              <a:off x="1491673" y="4906988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2" name="31 Conector"/>
            <p:cNvSpPr/>
            <p:nvPr userDrawn="1"/>
          </p:nvSpPr>
          <p:spPr>
            <a:xfrm>
              <a:off x="1692941" y="468763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3" name="32 Conector"/>
            <p:cNvSpPr/>
            <p:nvPr userDrawn="1"/>
          </p:nvSpPr>
          <p:spPr>
            <a:xfrm>
              <a:off x="1895407" y="4472193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34" name="33 Grupo"/>
          <p:cNvGrpSpPr/>
          <p:nvPr userDrawn="1"/>
        </p:nvGrpSpPr>
        <p:grpSpPr>
          <a:xfrm>
            <a:off x="6694065" y="2739986"/>
            <a:ext cx="625428" cy="650841"/>
            <a:chOff x="894304" y="3428999"/>
            <a:chExt cx="816541" cy="849720"/>
          </a:xfrm>
        </p:grpSpPr>
        <p:sp>
          <p:nvSpPr>
            <p:cNvPr id="35" name="34 Conector"/>
            <p:cNvSpPr/>
            <p:nvPr userDrawn="1"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6" name="35 Conector"/>
            <p:cNvSpPr/>
            <p:nvPr userDrawn="1"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7" name="36 Conector"/>
            <p:cNvSpPr/>
            <p:nvPr userDrawn="1"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8" name="37 Conector"/>
            <p:cNvSpPr/>
            <p:nvPr userDrawn="1"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9" name="38 CuadroTexto"/>
          <p:cNvSpPr txBox="1"/>
          <p:nvPr userDrawn="1"/>
        </p:nvSpPr>
        <p:spPr>
          <a:xfrm>
            <a:off x="315662" y="6516115"/>
            <a:ext cx="15812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s-PE" sz="800" b="0" kern="1200" spc="0" baseline="0" dirty="0" smtClean="0">
                <a:solidFill>
                  <a:srgbClr val="9AD3F0"/>
                </a:solidFill>
                <a:latin typeface="Candara" panose="020E0502030303020204" pitchFamily="34" charset="0"/>
                <a:ea typeface="+mn-ea"/>
                <a:cs typeface="+mn-cs"/>
              </a:rPr>
              <a:t>www.cibertec.edu.pe</a:t>
            </a:r>
          </a:p>
        </p:txBody>
      </p:sp>
      <p:graphicFrame>
        <p:nvGraphicFramePr>
          <p:cNvPr id="3" name="2 Tabla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54479143"/>
              </p:ext>
            </p:extLst>
          </p:nvPr>
        </p:nvGraphicFramePr>
        <p:xfrm>
          <a:off x="165370" y="4755775"/>
          <a:ext cx="88132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7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3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MIRAFLORES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Calle Diez Canseco </a:t>
                      </a:r>
                      <a:r>
                        <a:rPr lang="es-PE" sz="90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Cdra</a:t>
                      </a:r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2 / Pasaje</a:t>
                      </a:r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Tello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Miraflores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INDEPENDENCIA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Carlos Izaguirre 233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Independencia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BREÑA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</a:t>
                      </a:r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Brasil 714 – 792 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(CC La Rambla – Piso 3)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Breña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TRUJILLO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Calle Borgoño 361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Trujillo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(044) 60-2000</a:t>
                      </a:r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SAN JUAN DE LURIGANCHO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Próceres de la Independencia 3023-3043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San Juan de Lurigancho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 smtClean="0"/>
                    </a:p>
                    <a:p>
                      <a:pPr algn="ctr"/>
                      <a:endParaRPr lang="es-PE" sz="90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SAN MIGUEL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Federico </a:t>
                      </a:r>
                      <a:r>
                        <a:rPr lang="es-PE" sz="90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Gallese</a:t>
                      </a:r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847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San Miguel – Lima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632-4900</a:t>
                      </a:r>
                      <a:endParaRPr lang="es-PE" sz="900" dirty="0" smtClean="0"/>
                    </a:p>
                    <a:p>
                      <a:pPr algn="ctr"/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BELLAVISTA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Mariscal Oscar R. </a:t>
                      </a:r>
                      <a:r>
                        <a:rPr lang="es-PE" sz="90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Benvides</a:t>
                      </a:r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3866 – 4070 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(CC Mall Aventura Plaza)</a:t>
                      </a:r>
                      <a:endParaRPr lang="es-PE" sz="900" baseline="0" dirty="0" smtClean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Bellavista – Callao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633-5555</a:t>
                      </a:r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00" b="1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SEDE AREQUIPA</a:t>
                      </a:r>
                    </a:p>
                    <a:p>
                      <a:pPr algn="ctr"/>
                      <a:r>
                        <a:rPr lang="es-PE" sz="90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Av. </a:t>
                      </a:r>
                      <a:r>
                        <a:rPr lang="es-PE" sz="90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Porongoche</a:t>
                      </a:r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500 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(CC Mall Aventura Plaza)</a:t>
                      </a:r>
                    </a:p>
                    <a:p>
                      <a:pPr algn="ctr"/>
                      <a:r>
                        <a:rPr lang="es-PE" sz="900" baseline="0" dirty="0" err="1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Paucarpata</a:t>
                      </a:r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 - Arequipa</a:t>
                      </a:r>
                    </a:p>
                    <a:p>
                      <a:pPr algn="ctr"/>
                      <a:r>
                        <a:rPr lang="es-PE" sz="900" baseline="0" dirty="0" smtClean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Teléfono: (054) 60-3535</a:t>
                      </a:r>
                      <a:endParaRPr lang="es-PE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4579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10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0740" y="365126"/>
            <a:ext cx="8450188" cy="9383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Clic para modificar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0740" y="1361872"/>
            <a:ext cx="8450188" cy="4961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n-US" dirty="0"/>
          </a:p>
        </p:txBody>
      </p:sp>
      <p:grpSp>
        <p:nvGrpSpPr>
          <p:cNvPr id="15" name="14 Grupo"/>
          <p:cNvGrpSpPr/>
          <p:nvPr userDrawn="1"/>
        </p:nvGrpSpPr>
        <p:grpSpPr>
          <a:xfrm>
            <a:off x="29320" y="6437487"/>
            <a:ext cx="9097125" cy="428625"/>
            <a:chOff x="2" y="6428064"/>
            <a:chExt cx="9097125" cy="428625"/>
          </a:xfrm>
        </p:grpSpPr>
        <p:sp>
          <p:nvSpPr>
            <p:cNvPr id="8" name="7 Conector"/>
            <p:cNvSpPr/>
            <p:nvPr userDrawn="1"/>
          </p:nvSpPr>
          <p:spPr>
            <a:xfrm>
              <a:off x="8186028" y="6512623"/>
              <a:ext cx="289628" cy="289628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8 Conector"/>
            <p:cNvSpPr/>
            <p:nvPr userDrawn="1"/>
          </p:nvSpPr>
          <p:spPr>
            <a:xfrm>
              <a:off x="8496764" y="6512772"/>
              <a:ext cx="289628" cy="289628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0" name="9 Conector"/>
            <p:cNvSpPr/>
            <p:nvPr userDrawn="1"/>
          </p:nvSpPr>
          <p:spPr>
            <a:xfrm>
              <a:off x="8807499" y="6512772"/>
              <a:ext cx="289628" cy="289628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/>
            <a:lstStyle/>
            <a:p>
              <a:pPr algn="ctr"/>
              <a:endParaRPr lang="es-PE"/>
            </a:p>
          </p:txBody>
        </p:sp>
        <p:sp>
          <p:nvSpPr>
            <p:cNvPr id="12" name="11 Conector"/>
            <p:cNvSpPr/>
            <p:nvPr userDrawn="1"/>
          </p:nvSpPr>
          <p:spPr>
            <a:xfrm>
              <a:off x="7885020" y="6512623"/>
              <a:ext cx="289628" cy="289628"/>
            </a:xfrm>
            <a:prstGeom prst="flowChartConnector">
              <a:avLst/>
            </a:prstGeom>
            <a:solidFill>
              <a:srgbClr val="0141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13" name="Picture 2"/>
            <p:cNvPicPr>
              <a:picLocks noChangeAspect="1" noChangeArrowheads="1"/>
            </p:cNvPicPr>
            <p:nvPr userDrawn="1"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943754" y="6549001"/>
              <a:ext cx="172160" cy="217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6" name="Picture 2"/>
            <p:cNvPicPr>
              <a:picLocks noChangeAspect="1" noChangeArrowheads="1"/>
            </p:cNvPicPr>
            <p:nvPr userDrawn="1"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11791"/>
            <a:stretch/>
          </p:blipFill>
          <p:spPr bwMode="auto">
            <a:xfrm>
              <a:off x="2" y="6428064"/>
              <a:ext cx="7844008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" name="Group 5"/>
          <p:cNvGrpSpPr>
            <a:grpSpLocks noChangeAspect="1"/>
          </p:cNvGrpSpPr>
          <p:nvPr userDrawn="1"/>
        </p:nvGrpSpPr>
        <p:grpSpPr bwMode="auto">
          <a:xfrm>
            <a:off x="0" y="22917"/>
            <a:ext cx="9144000" cy="45719"/>
            <a:chOff x="0" y="0"/>
            <a:chExt cx="3885" cy="355"/>
          </a:xfrm>
        </p:grpSpPr>
        <p:sp>
          <p:nvSpPr>
            <p:cNvPr id="18" name="AutoShape 4"/>
            <p:cNvSpPr>
              <a:spLocks noChangeAspect="1" noChangeArrowheads="1" noTextEdit="1"/>
            </p:cNvSpPr>
            <p:nvPr userDrawn="1"/>
          </p:nvSpPr>
          <p:spPr bwMode="auto">
            <a:xfrm>
              <a:off x="0" y="0"/>
              <a:ext cx="3885" cy="355"/>
            </a:xfrm>
            <a:prstGeom prst="rect">
              <a:avLst/>
            </a:prstGeom>
            <a:solidFill>
              <a:srgbClr val="0175B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9" name="Freeform 6"/>
            <p:cNvSpPr>
              <a:spLocks/>
            </p:cNvSpPr>
            <p:nvPr userDrawn="1"/>
          </p:nvSpPr>
          <p:spPr bwMode="auto">
            <a:xfrm>
              <a:off x="0" y="-16"/>
              <a:ext cx="3889" cy="424"/>
            </a:xfrm>
            <a:custGeom>
              <a:avLst/>
              <a:gdLst>
                <a:gd name="T0" fmla="*/ 0 w 9598"/>
                <a:gd name="T1" fmla="*/ 79 h 79"/>
                <a:gd name="T2" fmla="*/ 0 w 9598"/>
                <a:gd name="T3" fmla="*/ 79 h 79"/>
                <a:gd name="T4" fmla="*/ 9598 w 9598"/>
                <a:gd name="T5" fmla="*/ 79 h 79"/>
                <a:gd name="T6" fmla="*/ 9598 w 9598"/>
                <a:gd name="T7" fmla="*/ 0 h 79"/>
                <a:gd name="T8" fmla="*/ 0 w 9598"/>
                <a:gd name="T9" fmla="*/ 0 h 79"/>
                <a:gd name="T10" fmla="*/ 0 w 9598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98" h="79">
                  <a:moveTo>
                    <a:pt x="0" y="79"/>
                  </a:moveTo>
                  <a:lnTo>
                    <a:pt x="0" y="79"/>
                  </a:lnTo>
                  <a:lnTo>
                    <a:pt x="9598" y="79"/>
                  </a:lnTo>
                  <a:lnTo>
                    <a:pt x="9598" y="0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2AD2A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0" name="Freeform 7"/>
            <p:cNvSpPr>
              <a:spLocks/>
            </p:cNvSpPr>
            <p:nvPr userDrawn="1"/>
          </p:nvSpPr>
          <p:spPr bwMode="auto">
            <a:xfrm>
              <a:off x="3153" y="-16"/>
              <a:ext cx="736" cy="424"/>
            </a:xfrm>
            <a:custGeom>
              <a:avLst/>
              <a:gdLst>
                <a:gd name="T0" fmla="*/ 0 w 1815"/>
                <a:gd name="T1" fmla="*/ 79 h 79"/>
                <a:gd name="T2" fmla="*/ 0 w 1815"/>
                <a:gd name="T3" fmla="*/ 79 h 79"/>
                <a:gd name="T4" fmla="*/ 1815 w 1815"/>
                <a:gd name="T5" fmla="*/ 79 h 79"/>
                <a:gd name="T6" fmla="*/ 1815 w 1815"/>
                <a:gd name="T7" fmla="*/ 0 h 79"/>
                <a:gd name="T8" fmla="*/ 0 w 1815"/>
                <a:gd name="T9" fmla="*/ 0 h 79"/>
                <a:gd name="T10" fmla="*/ 0 w 1815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15" h="79">
                  <a:moveTo>
                    <a:pt x="0" y="79"/>
                  </a:moveTo>
                  <a:lnTo>
                    <a:pt x="0" y="79"/>
                  </a:lnTo>
                  <a:lnTo>
                    <a:pt x="1815" y="79"/>
                  </a:lnTo>
                  <a:lnTo>
                    <a:pt x="1815" y="0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009AA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1" name="Freeform 8"/>
            <p:cNvSpPr>
              <a:spLocks/>
            </p:cNvSpPr>
            <p:nvPr userDrawn="1"/>
          </p:nvSpPr>
          <p:spPr bwMode="auto">
            <a:xfrm>
              <a:off x="2341" y="-16"/>
              <a:ext cx="812" cy="424"/>
            </a:xfrm>
            <a:custGeom>
              <a:avLst/>
              <a:gdLst>
                <a:gd name="T0" fmla="*/ 0 w 2004"/>
                <a:gd name="T1" fmla="*/ 79 h 79"/>
                <a:gd name="T2" fmla="*/ 0 w 2004"/>
                <a:gd name="T3" fmla="*/ 79 h 79"/>
                <a:gd name="T4" fmla="*/ 2004 w 2004"/>
                <a:gd name="T5" fmla="*/ 79 h 79"/>
                <a:gd name="T6" fmla="*/ 2004 w 2004"/>
                <a:gd name="T7" fmla="*/ 0 h 79"/>
                <a:gd name="T8" fmla="*/ 0 w 2004"/>
                <a:gd name="T9" fmla="*/ 0 h 79"/>
                <a:gd name="T10" fmla="*/ 0 w 2004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04" h="79">
                  <a:moveTo>
                    <a:pt x="0" y="79"/>
                  </a:moveTo>
                  <a:lnTo>
                    <a:pt x="0" y="79"/>
                  </a:lnTo>
                  <a:lnTo>
                    <a:pt x="2004" y="79"/>
                  </a:lnTo>
                  <a:lnTo>
                    <a:pt x="2004" y="0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6ABE2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2" name="Freeform 9"/>
            <p:cNvSpPr>
              <a:spLocks/>
            </p:cNvSpPr>
            <p:nvPr userDrawn="1"/>
          </p:nvSpPr>
          <p:spPr bwMode="auto">
            <a:xfrm>
              <a:off x="0" y="-16"/>
              <a:ext cx="2341" cy="424"/>
            </a:xfrm>
            <a:custGeom>
              <a:avLst/>
              <a:gdLst>
                <a:gd name="T0" fmla="*/ 0 w 5779"/>
                <a:gd name="T1" fmla="*/ 79 h 79"/>
                <a:gd name="T2" fmla="*/ 0 w 5779"/>
                <a:gd name="T3" fmla="*/ 79 h 79"/>
                <a:gd name="T4" fmla="*/ 5779 w 5779"/>
                <a:gd name="T5" fmla="*/ 79 h 79"/>
                <a:gd name="T6" fmla="*/ 5779 w 5779"/>
                <a:gd name="T7" fmla="*/ 0 h 79"/>
                <a:gd name="T8" fmla="*/ 0 w 5779"/>
                <a:gd name="T9" fmla="*/ 0 h 79"/>
                <a:gd name="T10" fmla="*/ 0 w 5779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79" h="79">
                  <a:moveTo>
                    <a:pt x="0" y="79"/>
                  </a:moveTo>
                  <a:lnTo>
                    <a:pt x="0" y="79"/>
                  </a:lnTo>
                  <a:lnTo>
                    <a:pt x="5779" y="79"/>
                  </a:lnTo>
                  <a:lnTo>
                    <a:pt x="5779" y="0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0175B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sp>
        <p:nvSpPr>
          <p:cNvPr id="23" name="17 Marcador de número de diapositiva"/>
          <p:cNvSpPr txBox="1">
            <a:spLocks/>
          </p:cNvSpPr>
          <p:nvPr userDrawn="1"/>
        </p:nvSpPr>
        <p:spPr>
          <a:xfrm>
            <a:off x="8808649" y="6522307"/>
            <a:ext cx="353404" cy="293750"/>
          </a:xfrm>
          <a:prstGeom prst="rect">
            <a:avLst/>
          </a:prstGeom>
        </p:spPr>
        <p:txBody>
          <a:bodyPr vert="horz" lIns="0" tIns="0" rIns="0" bIns="0" anchor="ctr"/>
          <a:lstStyle>
            <a:defPPr>
              <a:defRPr lang="es-PE"/>
            </a:defPPr>
            <a:lvl1pPr marL="0" algn="ctr" defTabSz="914400" rtl="0" eaLnBrk="1" latinLnBrk="0" hangingPunct="1">
              <a:defRPr kumimoji="0" sz="1000" kern="1200">
                <a:solidFill>
                  <a:srgbClr val="01416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954FDE-E8EE-41BC-A48D-B00D0284F92A}" type="slidenum">
              <a:rPr lang="es-PE" b="0" smtClean="0">
                <a:solidFill>
                  <a:schemeClr val="bg1"/>
                </a:solidFill>
              </a:rPr>
              <a:pPr/>
              <a:t>‹Nº›</a:t>
            </a:fld>
            <a:endParaRPr lang="es-PE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78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6" r:id="rId2"/>
    <p:sldLayoutId id="2147483742" r:id="rId3"/>
    <p:sldLayoutId id="2147483743" r:id="rId4"/>
    <p:sldLayoutId id="2147483744" r:id="rId5"/>
    <p:sldLayoutId id="2147483745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721" r:id="rId13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70C0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175B0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175B0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175B0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175B0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175B0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0740" y="365126"/>
            <a:ext cx="8450188" cy="92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Clic para modificar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0740" y="1361872"/>
            <a:ext cx="8450188" cy="4961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n-US" dirty="0"/>
          </a:p>
        </p:txBody>
      </p:sp>
      <p:grpSp>
        <p:nvGrpSpPr>
          <p:cNvPr id="16" name="Group 5"/>
          <p:cNvGrpSpPr>
            <a:grpSpLocks noChangeAspect="1"/>
          </p:cNvGrpSpPr>
          <p:nvPr userDrawn="1"/>
        </p:nvGrpSpPr>
        <p:grpSpPr bwMode="auto">
          <a:xfrm>
            <a:off x="0" y="22917"/>
            <a:ext cx="9144000" cy="45719"/>
            <a:chOff x="0" y="0"/>
            <a:chExt cx="3885" cy="355"/>
          </a:xfrm>
        </p:grpSpPr>
        <p:sp>
          <p:nvSpPr>
            <p:cNvPr id="18" name="AutoShape 4"/>
            <p:cNvSpPr>
              <a:spLocks noChangeAspect="1" noChangeArrowheads="1" noTextEdit="1"/>
            </p:cNvSpPr>
            <p:nvPr userDrawn="1"/>
          </p:nvSpPr>
          <p:spPr bwMode="auto">
            <a:xfrm>
              <a:off x="0" y="0"/>
              <a:ext cx="3885" cy="355"/>
            </a:xfrm>
            <a:prstGeom prst="rect">
              <a:avLst/>
            </a:prstGeom>
            <a:solidFill>
              <a:srgbClr val="0175B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19" name="Freeform 6"/>
            <p:cNvSpPr>
              <a:spLocks/>
            </p:cNvSpPr>
            <p:nvPr userDrawn="1"/>
          </p:nvSpPr>
          <p:spPr bwMode="auto">
            <a:xfrm>
              <a:off x="0" y="-16"/>
              <a:ext cx="3889" cy="424"/>
            </a:xfrm>
            <a:custGeom>
              <a:avLst/>
              <a:gdLst>
                <a:gd name="T0" fmla="*/ 0 w 9598"/>
                <a:gd name="T1" fmla="*/ 79 h 79"/>
                <a:gd name="T2" fmla="*/ 0 w 9598"/>
                <a:gd name="T3" fmla="*/ 79 h 79"/>
                <a:gd name="T4" fmla="*/ 9598 w 9598"/>
                <a:gd name="T5" fmla="*/ 79 h 79"/>
                <a:gd name="T6" fmla="*/ 9598 w 9598"/>
                <a:gd name="T7" fmla="*/ 0 h 79"/>
                <a:gd name="T8" fmla="*/ 0 w 9598"/>
                <a:gd name="T9" fmla="*/ 0 h 79"/>
                <a:gd name="T10" fmla="*/ 0 w 9598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98" h="79">
                  <a:moveTo>
                    <a:pt x="0" y="79"/>
                  </a:moveTo>
                  <a:lnTo>
                    <a:pt x="0" y="79"/>
                  </a:lnTo>
                  <a:lnTo>
                    <a:pt x="9598" y="79"/>
                  </a:lnTo>
                  <a:lnTo>
                    <a:pt x="9598" y="0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2AD2A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0" name="Freeform 7"/>
            <p:cNvSpPr>
              <a:spLocks/>
            </p:cNvSpPr>
            <p:nvPr userDrawn="1"/>
          </p:nvSpPr>
          <p:spPr bwMode="auto">
            <a:xfrm>
              <a:off x="3153" y="-16"/>
              <a:ext cx="736" cy="424"/>
            </a:xfrm>
            <a:custGeom>
              <a:avLst/>
              <a:gdLst>
                <a:gd name="T0" fmla="*/ 0 w 1815"/>
                <a:gd name="T1" fmla="*/ 79 h 79"/>
                <a:gd name="T2" fmla="*/ 0 w 1815"/>
                <a:gd name="T3" fmla="*/ 79 h 79"/>
                <a:gd name="T4" fmla="*/ 1815 w 1815"/>
                <a:gd name="T5" fmla="*/ 79 h 79"/>
                <a:gd name="T6" fmla="*/ 1815 w 1815"/>
                <a:gd name="T7" fmla="*/ 0 h 79"/>
                <a:gd name="T8" fmla="*/ 0 w 1815"/>
                <a:gd name="T9" fmla="*/ 0 h 79"/>
                <a:gd name="T10" fmla="*/ 0 w 1815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15" h="79">
                  <a:moveTo>
                    <a:pt x="0" y="79"/>
                  </a:moveTo>
                  <a:lnTo>
                    <a:pt x="0" y="79"/>
                  </a:lnTo>
                  <a:lnTo>
                    <a:pt x="1815" y="79"/>
                  </a:lnTo>
                  <a:lnTo>
                    <a:pt x="1815" y="0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009AA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1" name="Freeform 8"/>
            <p:cNvSpPr>
              <a:spLocks/>
            </p:cNvSpPr>
            <p:nvPr userDrawn="1"/>
          </p:nvSpPr>
          <p:spPr bwMode="auto">
            <a:xfrm>
              <a:off x="2341" y="-16"/>
              <a:ext cx="812" cy="424"/>
            </a:xfrm>
            <a:custGeom>
              <a:avLst/>
              <a:gdLst>
                <a:gd name="T0" fmla="*/ 0 w 2004"/>
                <a:gd name="T1" fmla="*/ 79 h 79"/>
                <a:gd name="T2" fmla="*/ 0 w 2004"/>
                <a:gd name="T3" fmla="*/ 79 h 79"/>
                <a:gd name="T4" fmla="*/ 2004 w 2004"/>
                <a:gd name="T5" fmla="*/ 79 h 79"/>
                <a:gd name="T6" fmla="*/ 2004 w 2004"/>
                <a:gd name="T7" fmla="*/ 0 h 79"/>
                <a:gd name="T8" fmla="*/ 0 w 2004"/>
                <a:gd name="T9" fmla="*/ 0 h 79"/>
                <a:gd name="T10" fmla="*/ 0 w 2004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04" h="79">
                  <a:moveTo>
                    <a:pt x="0" y="79"/>
                  </a:moveTo>
                  <a:lnTo>
                    <a:pt x="0" y="79"/>
                  </a:lnTo>
                  <a:lnTo>
                    <a:pt x="2004" y="79"/>
                  </a:lnTo>
                  <a:lnTo>
                    <a:pt x="2004" y="0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6ABE2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sp>
          <p:nvSpPr>
            <p:cNvPr id="22" name="Freeform 9"/>
            <p:cNvSpPr>
              <a:spLocks/>
            </p:cNvSpPr>
            <p:nvPr userDrawn="1"/>
          </p:nvSpPr>
          <p:spPr bwMode="auto">
            <a:xfrm>
              <a:off x="0" y="-16"/>
              <a:ext cx="2341" cy="424"/>
            </a:xfrm>
            <a:custGeom>
              <a:avLst/>
              <a:gdLst>
                <a:gd name="T0" fmla="*/ 0 w 5779"/>
                <a:gd name="T1" fmla="*/ 79 h 79"/>
                <a:gd name="T2" fmla="*/ 0 w 5779"/>
                <a:gd name="T3" fmla="*/ 79 h 79"/>
                <a:gd name="T4" fmla="*/ 5779 w 5779"/>
                <a:gd name="T5" fmla="*/ 79 h 79"/>
                <a:gd name="T6" fmla="*/ 5779 w 5779"/>
                <a:gd name="T7" fmla="*/ 0 h 79"/>
                <a:gd name="T8" fmla="*/ 0 w 5779"/>
                <a:gd name="T9" fmla="*/ 0 h 79"/>
                <a:gd name="T10" fmla="*/ 0 w 5779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79" h="79">
                  <a:moveTo>
                    <a:pt x="0" y="79"/>
                  </a:moveTo>
                  <a:lnTo>
                    <a:pt x="0" y="79"/>
                  </a:lnTo>
                  <a:lnTo>
                    <a:pt x="5779" y="79"/>
                  </a:lnTo>
                  <a:lnTo>
                    <a:pt x="5779" y="0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0175B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</p:grpSp>
      <p:grpSp>
        <p:nvGrpSpPr>
          <p:cNvPr id="24" name="23 Grupo"/>
          <p:cNvGrpSpPr/>
          <p:nvPr userDrawn="1"/>
        </p:nvGrpSpPr>
        <p:grpSpPr>
          <a:xfrm>
            <a:off x="29320" y="6437487"/>
            <a:ext cx="9097125" cy="428625"/>
            <a:chOff x="2" y="6428064"/>
            <a:chExt cx="9097125" cy="428625"/>
          </a:xfrm>
        </p:grpSpPr>
        <p:sp>
          <p:nvSpPr>
            <p:cNvPr id="25" name="24 Conector"/>
            <p:cNvSpPr/>
            <p:nvPr userDrawn="1"/>
          </p:nvSpPr>
          <p:spPr>
            <a:xfrm>
              <a:off x="8186028" y="6512623"/>
              <a:ext cx="289628" cy="289628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6" name="25 Conector"/>
            <p:cNvSpPr/>
            <p:nvPr userDrawn="1"/>
          </p:nvSpPr>
          <p:spPr>
            <a:xfrm>
              <a:off x="8496764" y="6512772"/>
              <a:ext cx="289628" cy="289628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7" name="26 Conector"/>
            <p:cNvSpPr/>
            <p:nvPr userDrawn="1"/>
          </p:nvSpPr>
          <p:spPr>
            <a:xfrm>
              <a:off x="8807499" y="6512772"/>
              <a:ext cx="289628" cy="289628"/>
            </a:xfrm>
            <a:prstGeom prst="flowChartConnector">
              <a:avLst/>
            </a:prstGeom>
            <a:solidFill>
              <a:srgbClr val="009A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/>
            <a:lstStyle/>
            <a:p>
              <a:pPr algn="ctr"/>
              <a:endParaRPr lang="es-PE"/>
            </a:p>
          </p:txBody>
        </p:sp>
        <p:sp>
          <p:nvSpPr>
            <p:cNvPr id="28" name="27 Conector"/>
            <p:cNvSpPr/>
            <p:nvPr userDrawn="1"/>
          </p:nvSpPr>
          <p:spPr>
            <a:xfrm>
              <a:off x="7885020" y="6512623"/>
              <a:ext cx="289628" cy="289628"/>
            </a:xfrm>
            <a:prstGeom prst="flowChartConnector">
              <a:avLst/>
            </a:prstGeom>
            <a:solidFill>
              <a:srgbClr val="0141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29" name="Picture 2"/>
            <p:cNvPicPr>
              <a:picLocks noChangeAspect="1" noChangeArrowheads="1"/>
            </p:cNvPicPr>
            <p:nvPr userDrawn="1"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943754" y="6549001"/>
              <a:ext cx="172160" cy="217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2"/>
            <p:cNvPicPr>
              <a:picLocks noChangeAspect="1" noChangeArrowheads="1"/>
            </p:cNvPicPr>
            <p:nvPr userDrawn="1"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11791"/>
            <a:stretch/>
          </p:blipFill>
          <p:spPr bwMode="auto">
            <a:xfrm>
              <a:off x="2" y="6428064"/>
              <a:ext cx="7844008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17 Marcador de número de diapositiva"/>
          <p:cNvSpPr txBox="1">
            <a:spLocks/>
          </p:cNvSpPr>
          <p:nvPr userDrawn="1"/>
        </p:nvSpPr>
        <p:spPr>
          <a:xfrm>
            <a:off x="8808649" y="6522307"/>
            <a:ext cx="353404" cy="293750"/>
          </a:xfrm>
          <a:prstGeom prst="rect">
            <a:avLst/>
          </a:prstGeom>
        </p:spPr>
        <p:txBody>
          <a:bodyPr vert="horz" lIns="0" tIns="0" rIns="0" bIns="0" anchor="ctr"/>
          <a:lstStyle>
            <a:defPPr>
              <a:defRPr lang="es-PE"/>
            </a:defPPr>
            <a:lvl1pPr marL="0" algn="ctr" defTabSz="914400" rtl="0" eaLnBrk="1" latinLnBrk="0" hangingPunct="1">
              <a:defRPr kumimoji="0" sz="1000" kern="1200">
                <a:solidFill>
                  <a:srgbClr val="01416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954FDE-E8EE-41BC-A48D-B00D0284F92A}" type="slidenum">
              <a:rPr lang="es-PE" b="0" smtClean="0">
                <a:solidFill>
                  <a:schemeClr val="bg1"/>
                </a:solidFill>
              </a:rPr>
              <a:pPr/>
              <a:t>‹Nº›</a:t>
            </a:fld>
            <a:endParaRPr lang="es-PE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036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3" r:id="rId2"/>
    <p:sldLayoutId id="2147483736" r:id="rId3"/>
    <p:sldLayoutId id="2147483737" r:id="rId4"/>
    <p:sldLayoutId id="2147483738" r:id="rId5"/>
    <p:sldLayoutId id="2147483739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7"/>
        </a:buBlip>
        <a:defRPr lang="es-ES" sz="2800" kern="1200" dirty="0" smtClean="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Carrera Profesional Técnica</a:t>
            </a:r>
            <a:endParaRPr lang="es-PE" dirty="0"/>
          </a:p>
        </p:txBody>
      </p:sp>
      <p:sp>
        <p:nvSpPr>
          <p:cNvPr id="24" name="23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PE" dirty="0" smtClean="0"/>
              <a:t>Docentes del </a:t>
            </a:r>
            <a:r>
              <a:rPr lang="es-PE" dirty="0" smtClean="0"/>
              <a:t>Curso</a:t>
            </a:r>
            <a:endParaRPr lang="es-PE" dirty="0" smtClean="0"/>
          </a:p>
        </p:txBody>
      </p:sp>
      <p:sp>
        <p:nvSpPr>
          <p:cNvPr id="25" name="24 Marcador de texto"/>
          <p:cNvSpPr>
            <a:spLocks noGrp="1"/>
          </p:cNvSpPr>
          <p:nvPr>
            <p:ph type="body" idx="10"/>
          </p:nvPr>
        </p:nvSpPr>
        <p:spPr>
          <a:xfrm>
            <a:off x="263771" y="3906695"/>
            <a:ext cx="5823676" cy="395035"/>
          </a:xfrm>
        </p:spPr>
        <p:txBody>
          <a:bodyPr>
            <a:normAutofit/>
          </a:bodyPr>
          <a:lstStyle/>
          <a:p>
            <a:r>
              <a:rPr lang="es-PE" dirty="0" smtClean="0"/>
              <a:t>BASE </a:t>
            </a:r>
            <a:r>
              <a:rPr lang="es-PE" smtClean="0"/>
              <a:t>DE </a:t>
            </a:r>
            <a:r>
              <a:rPr lang="es-PE" smtClean="0"/>
              <a:t>DATOS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781310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/>
          <p:cNvSpPr txBox="1">
            <a:spLocks/>
          </p:cNvSpPr>
          <p:nvPr/>
        </p:nvSpPr>
        <p:spPr>
          <a:xfrm>
            <a:off x="2341116" y="204478"/>
            <a:ext cx="4167498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70C0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s-P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Consideraciones</a:t>
            </a:r>
            <a:endParaRPr lang="es-P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3 Rectángulo redondeado"/>
          <p:cNvSpPr/>
          <p:nvPr/>
        </p:nvSpPr>
        <p:spPr>
          <a:xfrm>
            <a:off x="1336922" y="1951776"/>
            <a:ext cx="6121850" cy="85673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80000"/>
              </a:lnSpc>
              <a:defRPr/>
            </a:pPr>
            <a:r>
              <a:rPr lang="es-PE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Sesiones</a:t>
            </a:r>
            <a:r>
              <a:rPr lang="es-PE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: </a:t>
            </a:r>
            <a:r>
              <a:rPr lang="es-PE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sesiones</a:t>
            </a:r>
            <a:endParaRPr lang="es-PE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4 Rectángulo redondeado"/>
          <p:cNvSpPr/>
          <p:nvPr/>
        </p:nvSpPr>
        <p:spPr>
          <a:xfrm>
            <a:off x="1336922" y="3024538"/>
            <a:ext cx="6121850" cy="855130"/>
          </a:xfrm>
          <a:prstGeom prst="roundRect">
            <a:avLst/>
          </a:prstGeom>
          <a:solidFill>
            <a:srgbClr val="2AD1AE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80000"/>
              </a:lnSpc>
              <a:defRPr/>
            </a:pPr>
            <a:r>
              <a:rPr lang="es-PE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Puntualidad</a:t>
            </a:r>
            <a:r>
              <a:rPr lang="es-PE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s-PE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15' tolerancia</a:t>
            </a:r>
            <a:endParaRPr lang="es-PE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5 Rectángulo redondeado"/>
          <p:cNvSpPr/>
          <p:nvPr/>
        </p:nvSpPr>
        <p:spPr>
          <a:xfrm>
            <a:off x="1336922" y="4095692"/>
            <a:ext cx="6121850" cy="868193"/>
          </a:xfrm>
          <a:prstGeom prst="roundRect">
            <a:avLst/>
          </a:prstGeom>
          <a:solidFill>
            <a:srgbClr val="00B0F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80000"/>
              </a:lnSpc>
              <a:defRPr/>
            </a:pPr>
            <a:endParaRPr lang="es-PE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80000"/>
              </a:lnSpc>
              <a:defRPr/>
            </a:pPr>
            <a:r>
              <a:rPr lang="es-PE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Asistencia	</a:t>
            </a:r>
            <a:r>
              <a:rPr lang="es-PE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: </a:t>
            </a:r>
            <a:r>
              <a:rPr lang="es-PE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70% mínimo</a:t>
            </a:r>
          </a:p>
          <a:p>
            <a:pPr>
              <a:lnSpc>
                <a:spcPct val="80000"/>
              </a:lnSpc>
              <a:defRPr/>
            </a:pPr>
            <a:r>
              <a:rPr lang="es-PE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</a:t>
            </a:r>
            <a:r>
              <a:rPr lang="es-P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marcado al inicio de sesión</a:t>
            </a:r>
          </a:p>
          <a:p>
            <a:pPr algn="ctr">
              <a:defRPr/>
            </a:pPr>
            <a:endParaRPr lang="es-P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6 Rectángulo redondeado"/>
          <p:cNvSpPr/>
          <p:nvPr/>
        </p:nvSpPr>
        <p:spPr>
          <a:xfrm>
            <a:off x="1363940" y="5179910"/>
            <a:ext cx="6121850" cy="84206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80000"/>
              </a:lnSpc>
              <a:defRPr/>
            </a:pPr>
            <a:r>
              <a:rPr lang="es-PE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Evaluación</a:t>
            </a:r>
            <a:r>
              <a:rPr lang="es-P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s-PE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: </a:t>
            </a:r>
            <a:r>
              <a:rPr lang="es-P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 nota </a:t>
            </a:r>
            <a:r>
              <a:rPr lang="es-PE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mínima</a:t>
            </a:r>
            <a:endParaRPr lang="es-P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569" y="780542"/>
            <a:ext cx="917239" cy="95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739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/>
          <p:cNvSpPr txBox="1"/>
          <p:nvPr/>
        </p:nvSpPr>
        <p:spPr>
          <a:xfrm>
            <a:off x="364034" y="1024976"/>
            <a:ext cx="832276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Evaluación</a:t>
            </a:r>
          </a:p>
          <a:p>
            <a:r>
              <a:rPr lang="es-PE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Fórmula: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364033" y="5735664"/>
            <a:ext cx="84533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b="1" dirty="0" smtClean="0">
                <a:solidFill>
                  <a:srgbClr val="FF0000"/>
                </a:solidFill>
              </a:rPr>
              <a:t>Se </a:t>
            </a:r>
            <a:r>
              <a:rPr lang="es-PE" b="1" dirty="0">
                <a:solidFill>
                  <a:srgbClr val="FF0000"/>
                </a:solidFill>
              </a:rPr>
              <a:t>elimina la </a:t>
            </a:r>
            <a:r>
              <a:rPr lang="es-PE" b="1" dirty="0" smtClean="0">
                <a:solidFill>
                  <a:srgbClr val="FF0000"/>
                </a:solidFill>
              </a:rPr>
              <a:t>menor nota </a:t>
            </a:r>
            <a:r>
              <a:rPr lang="es-PE" b="1" dirty="0">
                <a:solidFill>
                  <a:srgbClr val="FF0000"/>
                </a:solidFill>
              </a:rPr>
              <a:t>de las tres primeras evaluaciones de </a:t>
            </a:r>
            <a:r>
              <a:rPr lang="es-PE" b="1" dirty="0" smtClean="0">
                <a:solidFill>
                  <a:srgbClr val="FF0000"/>
                </a:solidFill>
              </a:rPr>
              <a:t>teoría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b="1" dirty="0" smtClean="0">
                <a:solidFill>
                  <a:srgbClr val="FF0000"/>
                </a:solidFill>
              </a:rPr>
              <a:t>La </a:t>
            </a:r>
            <a:r>
              <a:rPr lang="es-PE" b="1" dirty="0">
                <a:solidFill>
                  <a:srgbClr val="FF0000"/>
                </a:solidFill>
              </a:rPr>
              <a:t>cuarta evaluación de </a:t>
            </a:r>
            <a:r>
              <a:rPr lang="es-PE" b="1" dirty="0" smtClean="0">
                <a:solidFill>
                  <a:srgbClr val="FF0000"/>
                </a:solidFill>
              </a:rPr>
              <a:t>teoría </a:t>
            </a:r>
            <a:r>
              <a:rPr lang="es-PE" b="1" dirty="0">
                <a:solidFill>
                  <a:srgbClr val="FF0000"/>
                </a:solidFill>
              </a:rPr>
              <a:t>no se elimina. </a:t>
            </a:r>
          </a:p>
        </p:txBody>
      </p:sp>
      <p:sp>
        <p:nvSpPr>
          <p:cNvPr id="16" name="1 Título"/>
          <p:cNvSpPr txBox="1">
            <a:spLocks/>
          </p:cNvSpPr>
          <p:nvPr/>
        </p:nvSpPr>
        <p:spPr>
          <a:xfrm>
            <a:off x="2341116" y="204478"/>
            <a:ext cx="4167498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70C0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s-P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Consideraciones</a:t>
            </a:r>
            <a:endParaRPr lang="es-P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245" y="780542"/>
            <a:ext cx="917239" cy="955210"/>
          </a:xfrm>
          <a:prstGeom prst="rect">
            <a:avLst/>
          </a:prstGeom>
        </p:spPr>
      </p:pic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070895"/>
              </p:ext>
            </p:extLst>
          </p:nvPr>
        </p:nvGraphicFramePr>
        <p:xfrm>
          <a:off x="522514" y="1980187"/>
          <a:ext cx="8164286" cy="3636326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850404">
                  <a:extLst>
                    <a:ext uri="{9D8B030D-6E8A-4147-A177-3AD203B41FA5}">
                      <a16:colId xmlns:a16="http://schemas.microsoft.com/office/drawing/2014/main" val="3898123764"/>
                    </a:ext>
                  </a:extLst>
                </a:gridCol>
                <a:gridCol w="467645">
                  <a:extLst>
                    <a:ext uri="{9D8B030D-6E8A-4147-A177-3AD203B41FA5}">
                      <a16:colId xmlns:a16="http://schemas.microsoft.com/office/drawing/2014/main" val="1661210189"/>
                    </a:ext>
                  </a:extLst>
                </a:gridCol>
                <a:gridCol w="1540689">
                  <a:extLst>
                    <a:ext uri="{9D8B030D-6E8A-4147-A177-3AD203B41FA5}">
                      <a16:colId xmlns:a16="http://schemas.microsoft.com/office/drawing/2014/main" val="775044304"/>
                    </a:ext>
                  </a:extLst>
                </a:gridCol>
                <a:gridCol w="5305548">
                  <a:extLst>
                    <a:ext uri="{9D8B030D-6E8A-4147-A177-3AD203B41FA5}">
                      <a16:colId xmlns:a16="http://schemas.microsoft.com/office/drawing/2014/main" val="1338382877"/>
                    </a:ext>
                  </a:extLst>
                </a:gridCol>
              </a:tblGrid>
              <a:tr h="572021">
                <a:tc gridSpan="4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800" dirty="0">
                          <a:effectLst/>
                        </a:rPr>
                        <a:t>PF = </a:t>
                      </a:r>
                      <a:r>
                        <a:rPr lang="es-ES" sz="1800" dirty="0" smtClean="0">
                          <a:solidFill>
                            <a:srgbClr val="FF0000"/>
                          </a:solidFill>
                          <a:effectLst/>
                        </a:rPr>
                        <a:t>12.5% </a:t>
                      </a:r>
                      <a:r>
                        <a:rPr lang="es-ES" sz="1800" dirty="0">
                          <a:solidFill>
                            <a:srgbClr val="FF0000"/>
                          </a:solidFill>
                          <a:effectLst/>
                        </a:rPr>
                        <a:t>PROM(ET,2,1) </a:t>
                      </a:r>
                      <a:r>
                        <a:rPr lang="es-ES" sz="1800" dirty="0">
                          <a:effectLst/>
                        </a:rPr>
                        <a:t>+ </a:t>
                      </a:r>
                      <a:r>
                        <a:rPr lang="es-ES" sz="1800" dirty="0" smtClean="0">
                          <a:solidFill>
                            <a:schemeClr val="bg1"/>
                          </a:solidFill>
                          <a:effectLst/>
                        </a:rPr>
                        <a:t>12.5% </a:t>
                      </a: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</a:rPr>
                        <a:t>PROM(EL,2,1) </a:t>
                      </a:r>
                      <a:r>
                        <a:rPr lang="es-ES" sz="1800" dirty="0">
                          <a:effectLst/>
                        </a:rPr>
                        <a:t>+ </a:t>
                      </a:r>
                      <a:r>
                        <a:rPr lang="es-ES" sz="1800" dirty="0">
                          <a:solidFill>
                            <a:srgbClr val="FF0000"/>
                          </a:solidFill>
                          <a:effectLst/>
                        </a:rPr>
                        <a:t>12.5% (ET4) </a:t>
                      </a:r>
                      <a:r>
                        <a:rPr lang="es-ES" sz="1800" dirty="0">
                          <a:effectLst/>
                        </a:rPr>
                        <a:t>+ </a:t>
                      </a: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</a:rPr>
                        <a:t>12.5% (EL4) </a:t>
                      </a:r>
                      <a:r>
                        <a:rPr lang="es-ES" sz="1800" dirty="0">
                          <a:effectLst/>
                        </a:rPr>
                        <a:t>+ </a:t>
                      </a:r>
                      <a:r>
                        <a:rPr lang="es-ES" sz="1800" dirty="0">
                          <a:solidFill>
                            <a:srgbClr val="FF0000"/>
                          </a:solidFill>
                          <a:effectLst/>
                        </a:rPr>
                        <a:t>5% (NA1) </a:t>
                      </a:r>
                      <a:r>
                        <a:rPr lang="es-ES" sz="1800" dirty="0">
                          <a:effectLst/>
                        </a:rPr>
                        <a:t>+</a:t>
                      </a: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ES" sz="1800" dirty="0" smtClean="0">
                          <a:solidFill>
                            <a:schemeClr val="bg1"/>
                          </a:solidFill>
                          <a:effectLst/>
                        </a:rPr>
                        <a:t>7.5</a:t>
                      </a: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</a:rPr>
                        <a:t>% (AP1) + 12.5% (SP1) </a:t>
                      </a:r>
                      <a:r>
                        <a:rPr lang="es-ES" sz="1800" dirty="0">
                          <a:effectLst/>
                        </a:rPr>
                        <a:t>+ </a:t>
                      </a:r>
                      <a:r>
                        <a:rPr lang="es-ES" sz="1800" dirty="0">
                          <a:solidFill>
                            <a:srgbClr val="FF0000"/>
                          </a:solidFill>
                          <a:effectLst/>
                        </a:rPr>
                        <a:t>15% (EF1) </a:t>
                      </a:r>
                      <a:r>
                        <a:rPr lang="es-ES" sz="1800" dirty="0">
                          <a:effectLst/>
                        </a:rPr>
                        <a:t>+ </a:t>
                      </a: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</a:rPr>
                        <a:t>15% (LF1)</a:t>
                      </a:r>
                      <a:endParaRPr lang="es-PE" sz="2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985" marR="57985" marT="15033" marB="15033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951405"/>
                  </a:ext>
                </a:extLst>
              </a:tr>
              <a:tr h="305762">
                <a:tc gridSpan="4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s-PE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985" marR="57985" marT="15033" marB="15033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79982"/>
                  </a:ext>
                </a:extLst>
              </a:tr>
              <a:tr h="305762">
                <a:tc rowSpan="9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1600" dirty="0">
                          <a:effectLst/>
                        </a:rPr>
                        <a:t>Donde. -</a:t>
                      </a:r>
                      <a:endParaRPr lang="es-PE" sz="20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800" dirty="0">
                          <a:effectLst/>
                        </a:rPr>
                        <a:t> </a:t>
                      </a:r>
                      <a:endParaRPr lang="es-PE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985" marR="57985" marT="15033" marB="15033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800">
                          <a:effectLst/>
                        </a:rPr>
                        <a:t> </a:t>
                      </a:r>
                      <a:endParaRPr lang="es-P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985" marR="57985" marT="15033" marB="15033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800">
                          <a:effectLst/>
                        </a:rPr>
                        <a:t> </a:t>
                      </a:r>
                      <a:endParaRPr lang="es-P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985" marR="57985" marT="15033" marB="15033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800">
                          <a:effectLst/>
                        </a:rPr>
                        <a:t> </a:t>
                      </a:r>
                      <a:endParaRPr lang="es-P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985" marR="57985" marT="15033" marB="15033" anchor="ctr"/>
                </a:tc>
                <a:extLst>
                  <a:ext uri="{0D108BD9-81ED-4DB2-BD59-A6C34878D82A}">
                    <a16:rowId xmlns:a16="http://schemas.microsoft.com/office/drawing/2014/main" val="618621947"/>
                  </a:ext>
                </a:extLst>
              </a:tr>
              <a:tr h="30576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PF</a:t>
                      </a:r>
                      <a:endParaRPr lang="es-PE" sz="1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</a:t>
                      </a:r>
                      <a:endParaRPr lang="es-PE" sz="1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Promedio final</a:t>
                      </a:r>
                      <a:endParaRPr lang="es-PE" sz="1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extLst>
                  <a:ext uri="{0D108BD9-81ED-4DB2-BD59-A6C34878D82A}">
                    <a16:rowId xmlns:a16="http://schemas.microsoft.com/office/drawing/2014/main" val="2114185748"/>
                  </a:ext>
                </a:extLst>
              </a:tr>
              <a:tr h="30576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ET</a:t>
                      </a:r>
                      <a:endParaRPr lang="es-PE" sz="1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</a:t>
                      </a:r>
                      <a:endParaRPr lang="es-PE" sz="1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Evaluación de teoría</a:t>
                      </a:r>
                      <a:endParaRPr lang="es-PE" sz="1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extLst>
                  <a:ext uri="{0D108BD9-81ED-4DB2-BD59-A6C34878D82A}">
                    <a16:rowId xmlns:a16="http://schemas.microsoft.com/office/drawing/2014/main" val="2443554381"/>
                  </a:ext>
                </a:extLst>
              </a:tr>
              <a:tr h="30576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EL</a:t>
                      </a:r>
                      <a:endParaRPr lang="es-PE" sz="1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</a:t>
                      </a:r>
                      <a:endParaRPr lang="es-PE" sz="1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Evaluación de laboratorio</a:t>
                      </a:r>
                      <a:endParaRPr lang="es-PE" sz="1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extLst>
                  <a:ext uri="{0D108BD9-81ED-4DB2-BD59-A6C34878D82A}">
                    <a16:rowId xmlns:a16="http://schemas.microsoft.com/office/drawing/2014/main" val="690568761"/>
                  </a:ext>
                </a:extLst>
              </a:tr>
              <a:tr h="30576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NA1</a:t>
                      </a:r>
                      <a:endParaRPr lang="es-PE" sz="1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</a:t>
                      </a:r>
                      <a:endParaRPr lang="es-PE" sz="1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Nota actitudinal</a:t>
                      </a:r>
                      <a:endParaRPr lang="es-PE" sz="1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extLst>
                  <a:ext uri="{0D108BD9-81ED-4DB2-BD59-A6C34878D82A}">
                    <a16:rowId xmlns:a16="http://schemas.microsoft.com/office/drawing/2014/main" val="4273226911"/>
                  </a:ext>
                </a:extLst>
              </a:tr>
              <a:tr h="30576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AP1</a:t>
                      </a:r>
                      <a:endParaRPr lang="es-PE" sz="1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</a:t>
                      </a:r>
                      <a:endParaRPr lang="es-PE" sz="1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Avance técnico del proyecto</a:t>
                      </a:r>
                      <a:endParaRPr lang="es-PE" sz="1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extLst>
                  <a:ext uri="{0D108BD9-81ED-4DB2-BD59-A6C34878D82A}">
                    <a16:rowId xmlns:a16="http://schemas.microsoft.com/office/drawing/2014/main" val="2405505073"/>
                  </a:ext>
                </a:extLst>
              </a:tr>
              <a:tr h="30576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SP1</a:t>
                      </a:r>
                      <a:endParaRPr lang="es-PE" sz="1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</a:t>
                      </a:r>
                      <a:endParaRPr lang="es-PE" sz="1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Exposición o sustentación del proyecto final </a:t>
                      </a:r>
                      <a:endParaRPr lang="es-PE" sz="1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extLst>
                  <a:ext uri="{0D108BD9-81ED-4DB2-BD59-A6C34878D82A}">
                    <a16:rowId xmlns:a16="http://schemas.microsoft.com/office/drawing/2014/main" val="4085877211"/>
                  </a:ext>
                </a:extLst>
              </a:tr>
              <a:tr h="30576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EF1</a:t>
                      </a:r>
                      <a:endParaRPr lang="es-PE" sz="1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</a:t>
                      </a:r>
                      <a:endParaRPr lang="es-PE" sz="1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Examen final de teoría</a:t>
                      </a:r>
                      <a:endParaRPr lang="es-PE" sz="1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extLst>
                  <a:ext uri="{0D108BD9-81ED-4DB2-BD59-A6C34878D82A}">
                    <a16:rowId xmlns:a16="http://schemas.microsoft.com/office/drawing/2014/main" val="776045069"/>
                  </a:ext>
                </a:extLst>
              </a:tr>
              <a:tr h="30576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LF1</a:t>
                      </a:r>
                      <a:endParaRPr lang="es-PE" sz="1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</a:t>
                      </a:r>
                      <a:endParaRPr lang="es-PE" sz="1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PE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Examen final de laboratorio</a:t>
                      </a:r>
                      <a:endParaRPr lang="es-PE" sz="1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7985" marR="57985" marT="15033" marB="15033" anchor="ctr"/>
                </a:tc>
                <a:extLst>
                  <a:ext uri="{0D108BD9-81ED-4DB2-BD59-A6C34878D82A}">
                    <a16:rowId xmlns:a16="http://schemas.microsoft.com/office/drawing/2014/main" val="3022042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1206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500"/>
                            </p:stCondLst>
                            <p:childTnLst>
                              <p:par>
                                <p:cTn id="2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888555"/>
              </p:ext>
            </p:extLst>
          </p:nvPr>
        </p:nvGraphicFramePr>
        <p:xfrm>
          <a:off x="646663" y="1659997"/>
          <a:ext cx="7944722" cy="3306809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703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37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18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9pPr>
                    </a:lstStyle>
                    <a:p>
                      <a:pPr algn="ctr"/>
                      <a:r>
                        <a:rPr lang="es-MX" sz="1600" dirty="0" smtClean="0"/>
                        <a:t>Tipo de Evaluación</a:t>
                      </a:r>
                      <a:endParaRPr lang="es-ES" sz="1600" dirty="0">
                        <a:solidFill>
                          <a:srgbClr val="5F5F5F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9pPr>
                    </a:lstStyle>
                    <a:p>
                      <a:pPr algn="ctr"/>
                      <a:r>
                        <a:rPr lang="es-MX" sz="1600" dirty="0" smtClean="0"/>
                        <a:t>Semana</a:t>
                      </a:r>
                      <a:endParaRPr lang="es-ES" sz="1600" dirty="0">
                        <a:solidFill>
                          <a:srgbClr val="5F5F5F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Times New Roman"/>
                        </a:defRPr>
                      </a:lvl9pPr>
                    </a:lstStyle>
                    <a:p>
                      <a:pPr algn="ctr"/>
                      <a:r>
                        <a:rPr lang="es-MX" sz="1600" kern="1200" dirty="0" smtClean="0"/>
                        <a:t>Recuperable</a:t>
                      </a:r>
                      <a:endParaRPr lang="es-ES" sz="1600" b="1" kern="1200" dirty="0">
                        <a:solidFill>
                          <a:srgbClr val="5F5F5F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9pPr>
                    </a:lstStyle>
                    <a:p>
                      <a:pPr algn="ctr"/>
                      <a:r>
                        <a:rPr lang="es-ES" sz="1800" dirty="0" smtClean="0"/>
                        <a:t>ET1</a:t>
                      </a:r>
                      <a:endParaRPr lang="es-ES" sz="1800" b="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9pPr>
                    </a:lstStyle>
                    <a:p>
                      <a:pPr algn="ctr"/>
                      <a:r>
                        <a:rPr lang="es-ES" sz="1800" dirty="0" smtClean="0"/>
                        <a:t>SEMANA 4</a:t>
                      </a:r>
                      <a:r>
                        <a:rPr lang="es-ES" sz="1800" baseline="0" dirty="0" smtClean="0"/>
                        <a:t> </a:t>
                      </a:r>
                      <a:endParaRPr lang="es-ES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9pPr>
                    </a:lstStyle>
                    <a:p>
                      <a:pPr algn="ctr" rtl="0" eaLnBrk="1" fontAlgn="base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s-MX" sz="1800" dirty="0" smtClean="0"/>
                        <a:t>SÍ</a:t>
                      </a:r>
                      <a:endParaRPr lang="es-ES" sz="1800" b="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9pPr>
                    </a:lstStyle>
                    <a:p>
                      <a:pPr algn="ctr"/>
                      <a:r>
                        <a:rPr lang="es-ES" sz="1800" dirty="0" smtClean="0"/>
                        <a:t>ET2</a:t>
                      </a:r>
                      <a:endParaRPr lang="es-ES" sz="1800" b="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9pPr>
                    </a:lstStyle>
                    <a:p>
                      <a:pPr algn="ctr"/>
                      <a:r>
                        <a:rPr lang="es-ES" sz="1800" dirty="0" smtClean="0"/>
                        <a:t>SEMANA 7</a:t>
                      </a:r>
                      <a:endParaRPr lang="es-ES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dirty="0" smtClean="0"/>
                        <a:t>SÍ</a:t>
                      </a:r>
                      <a:endParaRPr lang="es-ES" sz="1800" b="0" dirty="0" smtClean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9pPr>
                    </a:lstStyle>
                    <a:p>
                      <a:pPr algn="ctr"/>
                      <a:r>
                        <a:rPr lang="es-ES" sz="1800" dirty="0" smtClean="0"/>
                        <a:t>ET3</a:t>
                      </a:r>
                      <a:endParaRPr lang="es-ES" sz="1800" b="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9pPr>
                    </a:lstStyle>
                    <a:p>
                      <a:pPr algn="ctr"/>
                      <a:r>
                        <a:rPr lang="es-ES" sz="1800" dirty="0" smtClean="0"/>
                        <a:t>SEMANA</a:t>
                      </a:r>
                      <a:r>
                        <a:rPr lang="es-ES" sz="1800" baseline="0" dirty="0" smtClean="0"/>
                        <a:t> 10</a:t>
                      </a:r>
                      <a:endParaRPr lang="es-ES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dirty="0" smtClean="0"/>
                        <a:t>SÍ</a:t>
                      </a:r>
                      <a:endParaRPr lang="es-ES" sz="1800" b="0" dirty="0" smtClean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9pPr>
                    </a:lstStyle>
                    <a:p>
                      <a:pPr algn="ctr"/>
                      <a:r>
                        <a:rPr lang="es-ES" sz="1800" dirty="0" smtClean="0"/>
                        <a:t>ET4</a:t>
                      </a:r>
                      <a:endParaRPr lang="es-ES" sz="1800" b="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9pPr>
                    </a:lstStyle>
                    <a:p>
                      <a:pPr algn="ctr"/>
                      <a:r>
                        <a:rPr lang="es-ES" sz="1800" dirty="0" smtClean="0"/>
                        <a:t>SEMANA 13</a:t>
                      </a:r>
                      <a:endParaRPr lang="es-ES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9pPr>
                    </a:lstStyle>
                    <a:p>
                      <a:pPr algn="ctr" rtl="0" eaLnBrk="1" fontAlgn="base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s-ES" sz="1800" dirty="0" smtClean="0"/>
                        <a:t>SI</a:t>
                      </a:r>
                      <a:endParaRPr lang="es-ES" sz="1800" b="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9pPr>
                    </a:lstStyle>
                    <a:p>
                      <a:pPr algn="ctr"/>
                      <a:r>
                        <a:rPr lang="es-ES" sz="1800" dirty="0" smtClean="0"/>
                        <a:t>NA1</a:t>
                      </a:r>
                      <a:endParaRPr lang="es-ES" sz="1800" b="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9pPr>
                    </a:lstStyle>
                    <a:p>
                      <a:pPr algn="ctr"/>
                      <a:r>
                        <a:rPr lang="es-ES" sz="1800" dirty="0" smtClean="0"/>
                        <a:t>SEMANA 15</a:t>
                      </a:r>
                      <a:endParaRPr lang="es-ES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Times New Roman"/>
                        </a:defRPr>
                      </a:lvl9pPr>
                    </a:lstStyle>
                    <a:p>
                      <a:pPr algn="ctr" rtl="0" eaLnBrk="1" fontAlgn="base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s-ES" sz="1800" dirty="0" smtClean="0"/>
                        <a:t>NO</a:t>
                      </a:r>
                      <a:endParaRPr lang="es-ES" sz="1800" b="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830"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EF1</a:t>
                      </a:r>
                      <a:endParaRPr lang="es-ES" sz="1800" b="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SEMANA 16</a:t>
                      </a:r>
                      <a:endParaRPr lang="es-ES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tc>
                  <a:txBody>
                    <a:bodyPr/>
                    <a:lstStyle/>
                    <a:p>
                      <a:pPr algn="ctr" rtl="0" eaLnBrk="1" fontAlgn="base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s-ES" sz="1800" b="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s-ES" sz="1800" b="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08" marB="45708" anchor="ctr"/>
                </a:tc>
                <a:extLst>
                  <a:ext uri="{0D108BD9-81ED-4DB2-BD59-A6C34878D82A}">
                    <a16:rowId xmlns:a16="http://schemas.microsoft.com/office/drawing/2014/main" val="1879031043"/>
                  </a:ext>
                </a:extLst>
              </a:tr>
            </a:tbl>
          </a:graphicData>
        </a:graphic>
      </p:graphicFrame>
      <p:sp>
        <p:nvSpPr>
          <p:cNvPr id="8" name="1 Título"/>
          <p:cNvSpPr txBox="1">
            <a:spLocks/>
          </p:cNvSpPr>
          <p:nvPr/>
        </p:nvSpPr>
        <p:spPr>
          <a:xfrm>
            <a:off x="1374465" y="243666"/>
            <a:ext cx="6006050" cy="9973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70C0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s-PE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Fechas de evaluación</a:t>
            </a:r>
          </a:p>
          <a:p>
            <a:pPr algn="ctr"/>
            <a:r>
              <a:rPr lang="es-PE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(Teoría)</a:t>
            </a:r>
            <a:endParaRPr lang="es-PE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179047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2 Título"/>
          <p:cNvSpPr>
            <a:spLocks noGrp="1"/>
          </p:cNvSpPr>
          <p:nvPr>
            <p:ph type="title"/>
          </p:nvPr>
        </p:nvSpPr>
        <p:spPr>
          <a:xfrm>
            <a:off x="1475656" y="515212"/>
            <a:ext cx="7211144" cy="576064"/>
          </a:xfrm>
        </p:spPr>
        <p:txBody>
          <a:bodyPr>
            <a:normAutofit fontScale="90000"/>
          </a:bodyPr>
          <a:lstStyle/>
          <a:p>
            <a:r>
              <a:rPr lang="es-P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Rúbrica: Nota Actitudinal</a:t>
            </a:r>
            <a:endParaRPr lang="es-P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379308"/>
            <a:ext cx="8784976" cy="4848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920411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11533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250">
        <p15:prstTrans prst="curtains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5409</TotalTime>
  <Words>178</Words>
  <Application>Microsoft Office PowerPoint</Application>
  <PresentationFormat>Presentación en pantalla (4:3)</PresentationFormat>
  <Paragraphs>70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Arial</vt:lpstr>
      <vt:lpstr>Calibri</vt:lpstr>
      <vt:lpstr>Candara</vt:lpstr>
      <vt:lpstr>Tahoma</vt:lpstr>
      <vt:lpstr>Times New Roman</vt:lpstr>
      <vt:lpstr>Tema de Office</vt:lpstr>
      <vt:lpstr>1_Tema de Office</vt:lpstr>
      <vt:lpstr>Carrera Profesional Técnica</vt:lpstr>
      <vt:lpstr>Presentación de PowerPoint</vt:lpstr>
      <vt:lpstr>Presentación de PowerPoint</vt:lpstr>
      <vt:lpstr>Presentación de PowerPoint</vt:lpstr>
      <vt:lpstr>Rúbrica: Nota Actitudinal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Online</dc:title>
  <dc:creator>Patricia Guerrero Romero</dc:creator>
  <cp:lastModifiedBy>Usuario de Windows</cp:lastModifiedBy>
  <cp:revision>557</cp:revision>
  <cp:lastPrinted>2016-05-11T22:42:51Z</cp:lastPrinted>
  <dcterms:created xsi:type="dcterms:W3CDTF">2016-03-17T13:55:50Z</dcterms:created>
  <dcterms:modified xsi:type="dcterms:W3CDTF">2018-06-28T22:41:18Z</dcterms:modified>
</cp:coreProperties>
</file>